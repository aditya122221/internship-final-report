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62" r:id="rId2"/>
    <p:sldMasterId id="2147483816" r:id="rId3"/>
    <p:sldMasterId id="214748383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33D256-5F87-4760-AD36-A9A62F094AF5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B9678C1-F127-4F7E-9C37-30D3FB008905}">
      <dgm:prSet phldrT="[Text]"/>
      <dgm:spPr/>
      <dgm:t>
        <a:bodyPr/>
        <a:lstStyle/>
        <a:p>
          <a:pPr>
            <a:buNone/>
          </a:pPr>
          <a:r>
            <a:rPr lang="en-IN" dirty="0"/>
            <a:t>Develop responsive </a:t>
          </a:r>
          <a:r>
            <a:rPr lang="en-IN"/>
            <a:t>web interfaces</a:t>
          </a:r>
          <a:endParaRPr lang="en-IN" dirty="0"/>
        </a:p>
      </dgm:t>
    </dgm:pt>
    <dgm:pt modelId="{D2D4A038-927D-4073-BC6A-00689A3281CD}" type="parTrans" cxnId="{C12C19CA-3821-4452-9104-0C449A7CFAD1}">
      <dgm:prSet/>
      <dgm:spPr/>
      <dgm:t>
        <a:bodyPr/>
        <a:lstStyle/>
        <a:p>
          <a:endParaRPr lang="en-IN"/>
        </a:p>
      </dgm:t>
    </dgm:pt>
    <dgm:pt modelId="{E3F6946A-F4BB-4E7D-8971-E819BD5F34F2}" type="sibTrans" cxnId="{C12C19CA-3821-4452-9104-0C449A7CFAD1}">
      <dgm:prSet/>
      <dgm:spPr/>
      <dgm:t>
        <a:bodyPr/>
        <a:lstStyle/>
        <a:p>
          <a:endParaRPr lang="en-IN"/>
        </a:p>
      </dgm:t>
    </dgm:pt>
    <dgm:pt modelId="{77007002-F150-4582-825E-E99929121E85}">
      <dgm:prSet phldrT="[Text]"/>
      <dgm:spPr/>
      <dgm:t>
        <a:bodyPr/>
        <a:lstStyle/>
        <a:p>
          <a:pPr>
            <a:buNone/>
          </a:pPr>
          <a:r>
            <a:rPr lang="en-US" dirty="0"/>
            <a:t>Build scalable systems using CMS</a:t>
          </a:r>
          <a:endParaRPr lang="en-IN" dirty="0"/>
        </a:p>
      </dgm:t>
    </dgm:pt>
    <dgm:pt modelId="{DEF97660-63F2-47F5-BD25-0F7492AC4BAB}" type="parTrans" cxnId="{5D7013F0-0A64-469B-9773-914C0492ED68}">
      <dgm:prSet/>
      <dgm:spPr/>
      <dgm:t>
        <a:bodyPr/>
        <a:lstStyle/>
        <a:p>
          <a:endParaRPr lang="en-IN"/>
        </a:p>
      </dgm:t>
    </dgm:pt>
    <dgm:pt modelId="{80399407-7128-41B9-BB66-A125E2866C90}" type="sibTrans" cxnId="{5D7013F0-0A64-469B-9773-914C0492ED68}">
      <dgm:prSet/>
      <dgm:spPr/>
      <dgm:t>
        <a:bodyPr/>
        <a:lstStyle/>
        <a:p>
          <a:endParaRPr lang="en-IN"/>
        </a:p>
      </dgm:t>
    </dgm:pt>
    <dgm:pt modelId="{E6ED68C5-F618-419E-A1CD-A49243706AEF}">
      <dgm:prSet phldrT="[Text]"/>
      <dgm:spPr/>
      <dgm:t>
        <a:bodyPr/>
        <a:lstStyle/>
        <a:p>
          <a:pPr>
            <a:buNone/>
          </a:pPr>
          <a:r>
            <a:rPr lang="en-IN" dirty="0"/>
            <a:t>Improve UI/UX and accessibility</a:t>
          </a:r>
        </a:p>
      </dgm:t>
    </dgm:pt>
    <dgm:pt modelId="{BDD94475-4F05-4222-8A6E-EAD7BD124EC5}" type="parTrans" cxnId="{E842363C-7091-4F88-882C-3BA44B675413}">
      <dgm:prSet/>
      <dgm:spPr/>
      <dgm:t>
        <a:bodyPr/>
        <a:lstStyle/>
        <a:p>
          <a:endParaRPr lang="en-IN"/>
        </a:p>
      </dgm:t>
    </dgm:pt>
    <dgm:pt modelId="{654F0867-BCDC-4481-B783-AD4EA4346A80}" type="sibTrans" cxnId="{E842363C-7091-4F88-882C-3BA44B675413}">
      <dgm:prSet/>
      <dgm:spPr/>
      <dgm:t>
        <a:bodyPr/>
        <a:lstStyle/>
        <a:p>
          <a:endParaRPr lang="en-IN"/>
        </a:p>
      </dgm:t>
    </dgm:pt>
    <dgm:pt modelId="{95FEEE8B-4D02-4E8F-A63A-5C4BAEE5C629}">
      <dgm:prSet phldrT="[Text]"/>
      <dgm:spPr/>
      <dgm:t>
        <a:bodyPr/>
        <a:lstStyle/>
        <a:p>
          <a:pPr>
            <a:buNone/>
          </a:pPr>
          <a:r>
            <a:rPr lang="en-IN"/>
            <a:t>Ensure system stability via debugging</a:t>
          </a:r>
          <a:endParaRPr lang="en-IN" dirty="0"/>
        </a:p>
      </dgm:t>
    </dgm:pt>
    <dgm:pt modelId="{168ED39B-7D2A-4436-82B5-503B3FCC0C82}" type="parTrans" cxnId="{73DA47EC-2C40-45EA-8905-F1CEADF7DBE9}">
      <dgm:prSet/>
      <dgm:spPr/>
      <dgm:t>
        <a:bodyPr/>
        <a:lstStyle/>
        <a:p>
          <a:endParaRPr lang="en-IN"/>
        </a:p>
      </dgm:t>
    </dgm:pt>
    <dgm:pt modelId="{20E6B15C-960E-4E15-B99A-BCACCFE13FDB}" type="sibTrans" cxnId="{73DA47EC-2C40-45EA-8905-F1CEADF7DBE9}">
      <dgm:prSet/>
      <dgm:spPr/>
      <dgm:t>
        <a:bodyPr/>
        <a:lstStyle/>
        <a:p>
          <a:endParaRPr lang="en-IN"/>
        </a:p>
      </dgm:t>
    </dgm:pt>
    <dgm:pt modelId="{D7E63A3A-6AED-469E-ADC4-4843459CB714}" type="pres">
      <dgm:prSet presAssocID="{7533D256-5F87-4760-AD36-A9A62F094AF5}" presName="Name0" presStyleCnt="0">
        <dgm:presLayoutVars>
          <dgm:dir/>
          <dgm:resizeHandles val="exact"/>
        </dgm:presLayoutVars>
      </dgm:prSet>
      <dgm:spPr/>
    </dgm:pt>
    <dgm:pt modelId="{A45AD750-289A-4C21-8494-63BB984EA898}" type="pres">
      <dgm:prSet presAssocID="{3B9678C1-F127-4F7E-9C37-30D3FB008905}" presName="node" presStyleLbl="node1" presStyleIdx="0" presStyleCnt="4">
        <dgm:presLayoutVars>
          <dgm:bulletEnabled val="1"/>
        </dgm:presLayoutVars>
      </dgm:prSet>
      <dgm:spPr/>
    </dgm:pt>
    <dgm:pt modelId="{5C27824C-B4D9-4D9E-945B-C4764A6DB6DB}" type="pres">
      <dgm:prSet presAssocID="{E3F6946A-F4BB-4E7D-8971-E819BD5F34F2}" presName="sibTrans" presStyleCnt="0"/>
      <dgm:spPr/>
    </dgm:pt>
    <dgm:pt modelId="{764137B9-DF93-4CC4-9A0F-16D172779CA2}" type="pres">
      <dgm:prSet presAssocID="{77007002-F150-4582-825E-E99929121E85}" presName="node" presStyleLbl="node1" presStyleIdx="1" presStyleCnt="4">
        <dgm:presLayoutVars>
          <dgm:bulletEnabled val="1"/>
        </dgm:presLayoutVars>
      </dgm:prSet>
      <dgm:spPr/>
    </dgm:pt>
    <dgm:pt modelId="{F31421C6-8158-441E-90D4-141202FC3623}" type="pres">
      <dgm:prSet presAssocID="{80399407-7128-41B9-BB66-A125E2866C90}" presName="sibTrans" presStyleCnt="0"/>
      <dgm:spPr/>
    </dgm:pt>
    <dgm:pt modelId="{D22DB891-929A-429C-890D-58123D084B73}" type="pres">
      <dgm:prSet presAssocID="{E6ED68C5-F618-419E-A1CD-A49243706AEF}" presName="node" presStyleLbl="node1" presStyleIdx="2" presStyleCnt="4">
        <dgm:presLayoutVars>
          <dgm:bulletEnabled val="1"/>
        </dgm:presLayoutVars>
      </dgm:prSet>
      <dgm:spPr/>
    </dgm:pt>
    <dgm:pt modelId="{02AC48C4-7BB9-4E4A-BC13-650536762EF9}" type="pres">
      <dgm:prSet presAssocID="{654F0867-BCDC-4481-B783-AD4EA4346A80}" presName="sibTrans" presStyleCnt="0"/>
      <dgm:spPr/>
    </dgm:pt>
    <dgm:pt modelId="{280014CF-898A-438C-83C4-8E708BAEEB81}" type="pres">
      <dgm:prSet presAssocID="{95FEEE8B-4D02-4E8F-A63A-5C4BAEE5C629}" presName="node" presStyleLbl="node1" presStyleIdx="3" presStyleCnt="4">
        <dgm:presLayoutVars>
          <dgm:bulletEnabled val="1"/>
        </dgm:presLayoutVars>
      </dgm:prSet>
      <dgm:spPr/>
    </dgm:pt>
  </dgm:ptLst>
  <dgm:cxnLst>
    <dgm:cxn modelId="{E842363C-7091-4F88-882C-3BA44B675413}" srcId="{7533D256-5F87-4760-AD36-A9A62F094AF5}" destId="{E6ED68C5-F618-419E-A1CD-A49243706AEF}" srcOrd="2" destOrd="0" parTransId="{BDD94475-4F05-4222-8A6E-EAD7BD124EC5}" sibTransId="{654F0867-BCDC-4481-B783-AD4EA4346A80}"/>
    <dgm:cxn modelId="{050ADB4D-2323-4AFA-873F-3FAC9ED3A3E2}" type="presOf" srcId="{95FEEE8B-4D02-4E8F-A63A-5C4BAEE5C629}" destId="{280014CF-898A-438C-83C4-8E708BAEEB81}" srcOrd="0" destOrd="0" presId="urn:microsoft.com/office/officeart/2005/8/layout/hList6"/>
    <dgm:cxn modelId="{563C5950-B4CE-4AB4-A441-FEBD32BB3C0E}" type="presOf" srcId="{77007002-F150-4582-825E-E99929121E85}" destId="{764137B9-DF93-4CC4-9A0F-16D172779CA2}" srcOrd="0" destOrd="0" presId="urn:microsoft.com/office/officeart/2005/8/layout/hList6"/>
    <dgm:cxn modelId="{6063CC59-BC8D-43BA-91C2-29691B3CAABF}" type="presOf" srcId="{7533D256-5F87-4760-AD36-A9A62F094AF5}" destId="{D7E63A3A-6AED-469E-ADC4-4843459CB714}" srcOrd="0" destOrd="0" presId="urn:microsoft.com/office/officeart/2005/8/layout/hList6"/>
    <dgm:cxn modelId="{C12C19CA-3821-4452-9104-0C449A7CFAD1}" srcId="{7533D256-5F87-4760-AD36-A9A62F094AF5}" destId="{3B9678C1-F127-4F7E-9C37-30D3FB008905}" srcOrd="0" destOrd="0" parTransId="{D2D4A038-927D-4073-BC6A-00689A3281CD}" sibTransId="{E3F6946A-F4BB-4E7D-8971-E819BD5F34F2}"/>
    <dgm:cxn modelId="{E657A3CF-58D0-437F-B169-510DD00F5A35}" type="presOf" srcId="{3B9678C1-F127-4F7E-9C37-30D3FB008905}" destId="{A45AD750-289A-4C21-8494-63BB984EA898}" srcOrd="0" destOrd="0" presId="urn:microsoft.com/office/officeart/2005/8/layout/hList6"/>
    <dgm:cxn modelId="{73DA47EC-2C40-45EA-8905-F1CEADF7DBE9}" srcId="{7533D256-5F87-4760-AD36-A9A62F094AF5}" destId="{95FEEE8B-4D02-4E8F-A63A-5C4BAEE5C629}" srcOrd="3" destOrd="0" parTransId="{168ED39B-7D2A-4436-82B5-503B3FCC0C82}" sibTransId="{20E6B15C-960E-4E15-B99A-BCACCFE13FDB}"/>
    <dgm:cxn modelId="{5D7013F0-0A64-469B-9773-914C0492ED68}" srcId="{7533D256-5F87-4760-AD36-A9A62F094AF5}" destId="{77007002-F150-4582-825E-E99929121E85}" srcOrd="1" destOrd="0" parTransId="{DEF97660-63F2-47F5-BD25-0F7492AC4BAB}" sibTransId="{80399407-7128-41B9-BB66-A125E2866C90}"/>
    <dgm:cxn modelId="{694E3CF9-2422-425B-B6B0-AC9BB9CFBE63}" type="presOf" srcId="{E6ED68C5-F618-419E-A1CD-A49243706AEF}" destId="{D22DB891-929A-429C-890D-58123D084B73}" srcOrd="0" destOrd="0" presId="urn:microsoft.com/office/officeart/2005/8/layout/hList6"/>
    <dgm:cxn modelId="{7EDEBA66-3AF9-41EE-92C3-A3E5CCBD7DC7}" type="presParOf" srcId="{D7E63A3A-6AED-469E-ADC4-4843459CB714}" destId="{A45AD750-289A-4C21-8494-63BB984EA898}" srcOrd="0" destOrd="0" presId="urn:microsoft.com/office/officeart/2005/8/layout/hList6"/>
    <dgm:cxn modelId="{DB007344-2C8D-415C-9185-0578AC56C217}" type="presParOf" srcId="{D7E63A3A-6AED-469E-ADC4-4843459CB714}" destId="{5C27824C-B4D9-4D9E-945B-C4764A6DB6DB}" srcOrd="1" destOrd="0" presId="urn:microsoft.com/office/officeart/2005/8/layout/hList6"/>
    <dgm:cxn modelId="{7458105E-C19E-4AAC-B994-FCB63B23BE71}" type="presParOf" srcId="{D7E63A3A-6AED-469E-ADC4-4843459CB714}" destId="{764137B9-DF93-4CC4-9A0F-16D172779CA2}" srcOrd="2" destOrd="0" presId="urn:microsoft.com/office/officeart/2005/8/layout/hList6"/>
    <dgm:cxn modelId="{7BC31EB5-8023-48A2-9566-2DDFBB67AA66}" type="presParOf" srcId="{D7E63A3A-6AED-469E-ADC4-4843459CB714}" destId="{F31421C6-8158-441E-90D4-141202FC3623}" srcOrd="3" destOrd="0" presId="urn:microsoft.com/office/officeart/2005/8/layout/hList6"/>
    <dgm:cxn modelId="{75398EB7-4F7C-4278-B8FC-30B39AAE0668}" type="presParOf" srcId="{D7E63A3A-6AED-469E-ADC4-4843459CB714}" destId="{D22DB891-929A-429C-890D-58123D084B73}" srcOrd="4" destOrd="0" presId="urn:microsoft.com/office/officeart/2005/8/layout/hList6"/>
    <dgm:cxn modelId="{B2CAFD64-F44C-4846-A4F3-CCA639F43D22}" type="presParOf" srcId="{D7E63A3A-6AED-469E-ADC4-4843459CB714}" destId="{02AC48C4-7BB9-4E4A-BC13-650536762EF9}" srcOrd="5" destOrd="0" presId="urn:microsoft.com/office/officeart/2005/8/layout/hList6"/>
    <dgm:cxn modelId="{00D21A7F-EA31-47FF-9D55-623D717AD075}" type="presParOf" srcId="{D7E63A3A-6AED-469E-ADC4-4843459CB714}" destId="{280014CF-898A-438C-83C4-8E708BAEEB81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AD23B5-9804-4566-8659-1832D752FDD0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644AF4-41AD-4900-BA10-278C62D94955}">
      <dgm:prSet phldrT="[Text]"/>
      <dgm:spPr/>
      <dgm:t>
        <a:bodyPr/>
        <a:lstStyle/>
        <a:p>
          <a:pPr>
            <a:buNone/>
          </a:pPr>
          <a:r>
            <a:rPr lang="en-IN" dirty="0"/>
            <a:t>Frontend Developer</a:t>
          </a:r>
        </a:p>
      </dgm:t>
    </dgm:pt>
    <dgm:pt modelId="{B3A295F5-83C1-49F9-89F2-15C288EFFCFC}" type="parTrans" cxnId="{CBC7AC22-19CD-4B0C-89E8-7FDA0FD2C0DC}">
      <dgm:prSet/>
      <dgm:spPr/>
      <dgm:t>
        <a:bodyPr/>
        <a:lstStyle/>
        <a:p>
          <a:endParaRPr lang="en-IN"/>
        </a:p>
      </dgm:t>
    </dgm:pt>
    <dgm:pt modelId="{B76B2AD0-FF24-4B28-9852-BC43562DDEE0}" type="sibTrans" cxnId="{CBC7AC22-19CD-4B0C-89E8-7FDA0FD2C0DC}">
      <dgm:prSet/>
      <dgm:spPr/>
      <dgm:t>
        <a:bodyPr/>
        <a:lstStyle/>
        <a:p>
          <a:endParaRPr lang="en-IN"/>
        </a:p>
      </dgm:t>
    </dgm:pt>
    <dgm:pt modelId="{853D9EEB-EB28-4A1A-8470-93F64EB2824A}">
      <dgm:prSet phldrT="[Text]"/>
      <dgm:spPr/>
      <dgm:t>
        <a:bodyPr/>
        <a:lstStyle/>
        <a:p>
          <a:pPr>
            <a:buNone/>
          </a:pPr>
          <a:r>
            <a:rPr lang="en-IN" dirty="0"/>
            <a:t>Developed responsive websites</a:t>
          </a:r>
        </a:p>
      </dgm:t>
    </dgm:pt>
    <dgm:pt modelId="{FA845D20-C4F3-4B6F-8DF2-C8B4F8A5937C}" type="parTrans" cxnId="{1C35821F-0CDA-46CA-93EC-F44D785F80E1}">
      <dgm:prSet/>
      <dgm:spPr/>
      <dgm:t>
        <a:bodyPr/>
        <a:lstStyle/>
        <a:p>
          <a:endParaRPr lang="en-IN"/>
        </a:p>
      </dgm:t>
    </dgm:pt>
    <dgm:pt modelId="{BEF53ED9-863E-4481-81F2-8C6BDC02A03E}" type="sibTrans" cxnId="{1C35821F-0CDA-46CA-93EC-F44D785F80E1}">
      <dgm:prSet/>
      <dgm:spPr/>
      <dgm:t>
        <a:bodyPr/>
        <a:lstStyle/>
        <a:p>
          <a:endParaRPr lang="en-IN"/>
        </a:p>
      </dgm:t>
    </dgm:pt>
    <dgm:pt modelId="{7F59B4DD-C7D1-43FD-9094-9665A376D3F4}">
      <dgm:prSet phldrT="[Text]" phldr="0"/>
      <dgm:spPr/>
      <dgm:t>
        <a:bodyPr/>
        <a:lstStyle/>
        <a:p>
          <a:r>
            <a:rPr lang="en-US" dirty="0"/>
            <a:t>Next JS</a:t>
          </a:r>
          <a:endParaRPr lang="en-IN" dirty="0"/>
        </a:p>
      </dgm:t>
    </dgm:pt>
    <dgm:pt modelId="{D5637FA8-F520-450E-9CE5-E2414B221D82}" type="parTrans" cxnId="{266EDAC1-4A3E-469A-93DA-7FE237A642FB}">
      <dgm:prSet/>
      <dgm:spPr/>
      <dgm:t>
        <a:bodyPr/>
        <a:lstStyle/>
        <a:p>
          <a:endParaRPr lang="en-IN"/>
        </a:p>
      </dgm:t>
    </dgm:pt>
    <dgm:pt modelId="{12B6D792-36D6-42CF-9129-ED8509FF217D}" type="sibTrans" cxnId="{266EDAC1-4A3E-469A-93DA-7FE237A642FB}">
      <dgm:prSet/>
      <dgm:spPr/>
      <dgm:t>
        <a:bodyPr/>
        <a:lstStyle/>
        <a:p>
          <a:endParaRPr lang="en-IN"/>
        </a:p>
      </dgm:t>
    </dgm:pt>
    <dgm:pt modelId="{6AB3E4F3-B622-46CE-B69D-09835DDA1994}">
      <dgm:prSet phldrT="[Text]"/>
      <dgm:spPr/>
      <dgm:t>
        <a:bodyPr/>
        <a:lstStyle/>
        <a:p>
          <a:pPr>
            <a:buNone/>
          </a:pPr>
          <a:r>
            <a:rPr lang="en-IN" dirty="0"/>
            <a:t>CMS Integrator</a:t>
          </a:r>
        </a:p>
      </dgm:t>
    </dgm:pt>
    <dgm:pt modelId="{7E514BCD-7C82-4599-9014-42E2F3EDD6B0}" type="parTrans" cxnId="{EB4F1079-374D-47D6-A127-827EF41F9F45}">
      <dgm:prSet/>
      <dgm:spPr/>
      <dgm:t>
        <a:bodyPr/>
        <a:lstStyle/>
        <a:p>
          <a:endParaRPr lang="en-IN"/>
        </a:p>
      </dgm:t>
    </dgm:pt>
    <dgm:pt modelId="{333BA2EC-076A-4484-B566-A41565630A98}" type="sibTrans" cxnId="{EB4F1079-374D-47D6-A127-827EF41F9F45}">
      <dgm:prSet/>
      <dgm:spPr/>
      <dgm:t>
        <a:bodyPr/>
        <a:lstStyle/>
        <a:p>
          <a:endParaRPr lang="en-IN"/>
        </a:p>
      </dgm:t>
    </dgm:pt>
    <dgm:pt modelId="{339AD805-8806-4127-BC18-A89186703EF1}">
      <dgm:prSet phldrT="[Text]"/>
      <dgm:spPr/>
      <dgm:t>
        <a:bodyPr/>
        <a:lstStyle/>
        <a:p>
          <a:pPr>
            <a:buNone/>
          </a:pPr>
          <a:r>
            <a:rPr lang="en-IN" dirty="0"/>
            <a:t>Integrated Sanity CMS</a:t>
          </a:r>
        </a:p>
      </dgm:t>
    </dgm:pt>
    <dgm:pt modelId="{2E68CDE0-59C6-4F77-BC3B-EDEC6C2C2292}" type="parTrans" cxnId="{B6C6B6F8-915E-4792-972F-17234A741939}">
      <dgm:prSet/>
      <dgm:spPr/>
      <dgm:t>
        <a:bodyPr/>
        <a:lstStyle/>
        <a:p>
          <a:endParaRPr lang="en-IN"/>
        </a:p>
      </dgm:t>
    </dgm:pt>
    <dgm:pt modelId="{4151926F-7BDF-46E5-97C4-AE71C0963A84}" type="sibTrans" cxnId="{B6C6B6F8-915E-4792-972F-17234A741939}">
      <dgm:prSet/>
      <dgm:spPr/>
      <dgm:t>
        <a:bodyPr/>
        <a:lstStyle/>
        <a:p>
          <a:endParaRPr lang="en-IN"/>
        </a:p>
      </dgm:t>
    </dgm:pt>
    <dgm:pt modelId="{1F650511-3B78-4216-AB6F-3CE8E5D6917E}">
      <dgm:prSet phldrT="[Text]"/>
      <dgm:spPr/>
      <dgm:t>
        <a:bodyPr/>
        <a:lstStyle/>
        <a:p>
          <a:pPr>
            <a:buNone/>
          </a:pPr>
          <a:r>
            <a:rPr lang="en-IN" dirty="0"/>
            <a:t>Sanity CMS</a:t>
          </a:r>
        </a:p>
      </dgm:t>
    </dgm:pt>
    <dgm:pt modelId="{53FC2415-6714-4EF0-97DE-B43F5121E13E}" type="parTrans" cxnId="{A6E12601-7DAF-4E0F-9B3C-0CF355C80C6E}">
      <dgm:prSet/>
      <dgm:spPr/>
      <dgm:t>
        <a:bodyPr/>
        <a:lstStyle/>
        <a:p>
          <a:endParaRPr lang="en-IN"/>
        </a:p>
      </dgm:t>
    </dgm:pt>
    <dgm:pt modelId="{F3B02D61-6365-4440-A0E6-4F728CAE434C}" type="sibTrans" cxnId="{A6E12601-7DAF-4E0F-9B3C-0CF355C80C6E}">
      <dgm:prSet/>
      <dgm:spPr/>
      <dgm:t>
        <a:bodyPr/>
        <a:lstStyle/>
        <a:p>
          <a:endParaRPr lang="en-IN"/>
        </a:p>
      </dgm:t>
    </dgm:pt>
    <dgm:pt modelId="{D4414F0E-1FF8-48A8-9565-CD9128357F3D}">
      <dgm:prSet phldrT="[Text]"/>
      <dgm:spPr/>
      <dgm:t>
        <a:bodyPr/>
        <a:lstStyle/>
        <a:p>
          <a:pPr>
            <a:buNone/>
          </a:pPr>
          <a:r>
            <a:rPr lang="en-IN" dirty="0"/>
            <a:t>Debugging &amp; QA</a:t>
          </a:r>
        </a:p>
      </dgm:t>
    </dgm:pt>
    <dgm:pt modelId="{1EF0D3F6-E19F-44B4-B540-D4C7247E5151}" type="parTrans" cxnId="{08C70289-8142-486C-9DB0-1A2F6AC316FB}">
      <dgm:prSet/>
      <dgm:spPr/>
      <dgm:t>
        <a:bodyPr/>
        <a:lstStyle/>
        <a:p>
          <a:endParaRPr lang="en-IN"/>
        </a:p>
      </dgm:t>
    </dgm:pt>
    <dgm:pt modelId="{83722EA1-1967-4D20-A2D2-3E1F520702D5}" type="sibTrans" cxnId="{08C70289-8142-486C-9DB0-1A2F6AC316FB}">
      <dgm:prSet/>
      <dgm:spPr/>
      <dgm:t>
        <a:bodyPr/>
        <a:lstStyle/>
        <a:p>
          <a:endParaRPr lang="en-IN"/>
        </a:p>
      </dgm:t>
    </dgm:pt>
    <dgm:pt modelId="{084CC761-F75E-4323-8929-52AC3F4EAEF1}">
      <dgm:prSet phldrT="[Text]"/>
      <dgm:spPr/>
      <dgm:t>
        <a:bodyPr/>
        <a:lstStyle/>
        <a:p>
          <a:pPr>
            <a:buNone/>
          </a:pPr>
          <a:r>
            <a:rPr lang="en-IN" dirty="0"/>
            <a:t>Fixed bugs &amp; </a:t>
          </a:r>
          <a:r>
            <a:rPr lang="en-IN"/>
            <a:t>optimized performance</a:t>
          </a:r>
          <a:endParaRPr lang="en-IN" dirty="0"/>
        </a:p>
      </dgm:t>
    </dgm:pt>
    <dgm:pt modelId="{038122BF-DE18-48F5-BB65-6806EBCF7901}" type="parTrans" cxnId="{400FD7A3-B0A1-4335-8AFB-39D768905F57}">
      <dgm:prSet/>
      <dgm:spPr/>
      <dgm:t>
        <a:bodyPr/>
        <a:lstStyle/>
        <a:p>
          <a:endParaRPr lang="en-IN"/>
        </a:p>
      </dgm:t>
    </dgm:pt>
    <dgm:pt modelId="{F974E4E5-49B9-4BCD-A144-0EC31A124D0A}" type="sibTrans" cxnId="{400FD7A3-B0A1-4335-8AFB-39D768905F57}">
      <dgm:prSet/>
      <dgm:spPr/>
      <dgm:t>
        <a:bodyPr/>
        <a:lstStyle/>
        <a:p>
          <a:endParaRPr lang="en-IN"/>
        </a:p>
      </dgm:t>
    </dgm:pt>
    <dgm:pt modelId="{7F2763EB-D84A-4D1A-92B0-BB05DF3F48F2}">
      <dgm:prSet phldrT="[Text]" phldr="0"/>
      <dgm:spPr/>
      <dgm:t>
        <a:bodyPr/>
        <a:lstStyle/>
        <a:p>
          <a:r>
            <a:rPr lang="en-US" dirty="0"/>
            <a:t>Tailwind</a:t>
          </a:r>
          <a:endParaRPr lang="en-IN" dirty="0"/>
        </a:p>
      </dgm:t>
    </dgm:pt>
    <dgm:pt modelId="{E13668EC-6FE5-48A6-A624-D3DAE05C1220}" type="parTrans" cxnId="{4B6533E1-D39A-4947-BC3F-4D96BF8D4FDC}">
      <dgm:prSet/>
      <dgm:spPr/>
      <dgm:t>
        <a:bodyPr/>
        <a:lstStyle/>
        <a:p>
          <a:endParaRPr lang="en-IN"/>
        </a:p>
      </dgm:t>
    </dgm:pt>
    <dgm:pt modelId="{6E87D0D8-69EA-4716-A1C0-9C5C326B58F3}" type="sibTrans" cxnId="{4B6533E1-D39A-4947-BC3F-4D96BF8D4FDC}">
      <dgm:prSet/>
      <dgm:spPr/>
      <dgm:t>
        <a:bodyPr/>
        <a:lstStyle/>
        <a:p>
          <a:endParaRPr lang="en-IN"/>
        </a:p>
      </dgm:t>
    </dgm:pt>
    <dgm:pt modelId="{7F6BA085-B84A-4613-BAD0-25291988AD3D}">
      <dgm:prSet phldrT="[Text]" phldr="0"/>
      <dgm:spPr/>
      <dgm:t>
        <a:bodyPr/>
        <a:lstStyle/>
        <a:p>
          <a:r>
            <a:rPr lang="en-US" dirty="0"/>
            <a:t>React JS </a:t>
          </a:r>
          <a:endParaRPr lang="en-IN" dirty="0"/>
        </a:p>
      </dgm:t>
    </dgm:pt>
    <dgm:pt modelId="{7E466A22-F843-4CC5-A2A0-93E74BB89CF8}" type="parTrans" cxnId="{27F2B2FD-A40F-4728-882A-1D491D2AE6C3}">
      <dgm:prSet/>
      <dgm:spPr/>
      <dgm:t>
        <a:bodyPr/>
        <a:lstStyle/>
        <a:p>
          <a:endParaRPr lang="en-IN"/>
        </a:p>
      </dgm:t>
    </dgm:pt>
    <dgm:pt modelId="{B7B55419-924D-4D24-9FBB-5674CCE83EC0}" type="sibTrans" cxnId="{27F2B2FD-A40F-4728-882A-1D491D2AE6C3}">
      <dgm:prSet/>
      <dgm:spPr/>
      <dgm:t>
        <a:bodyPr/>
        <a:lstStyle/>
        <a:p>
          <a:endParaRPr lang="en-IN"/>
        </a:p>
      </dgm:t>
    </dgm:pt>
    <dgm:pt modelId="{E131FF65-AF26-48D5-8CE1-17F05952A68C}" type="pres">
      <dgm:prSet presAssocID="{1FAD23B5-9804-4566-8659-1832D752FDD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0F054CB6-68AF-409F-AE9E-495D773BAAB8}" type="pres">
      <dgm:prSet presAssocID="{95644AF4-41AD-4900-BA10-278C62D94955}" presName="composite" presStyleCnt="0"/>
      <dgm:spPr/>
    </dgm:pt>
    <dgm:pt modelId="{00361574-7A16-4625-9019-68478CE3BECD}" type="pres">
      <dgm:prSet presAssocID="{95644AF4-41AD-4900-BA10-278C62D94955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37BC4E87-E764-45B1-BB8E-724E79B2118D}" type="pres">
      <dgm:prSet presAssocID="{95644AF4-41AD-4900-BA10-278C62D94955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CF7B60EA-5DFF-4B73-942B-A0956EDD2B9A}" type="pres">
      <dgm:prSet presAssocID="{95644AF4-41AD-4900-BA10-278C62D94955}" presName="Accent" presStyleLbl="parChTrans1D1" presStyleIdx="0" presStyleCnt="3"/>
      <dgm:spPr/>
    </dgm:pt>
    <dgm:pt modelId="{C4DB2129-8A8D-4D79-8A2A-8907D51E8635}" type="pres">
      <dgm:prSet presAssocID="{95644AF4-41AD-4900-BA10-278C62D94955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D6334059-F947-4391-A45F-F9C60E9D36DC}" type="pres">
      <dgm:prSet presAssocID="{B76B2AD0-FF24-4B28-9852-BC43562DDEE0}" presName="sibTrans" presStyleCnt="0"/>
      <dgm:spPr/>
    </dgm:pt>
    <dgm:pt modelId="{14A25779-D34F-4891-8964-5D8FA9C67964}" type="pres">
      <dgm:prSet presAssocID="{6AB3E4F3-B622-46CE-B69D-09835DDA1994}" presName="composite" presStyleCnt="0"/>
      <dgm:spPr/>
    </dgm:pt>
    <dgm:pt modelId="{FFDA1F0A-E426-4269-96F7-308BF4EF3B3A}" type="pres">
      <dgm:prSet presAssocID="{6AB3E4F3-B622-46CE-B69D-09835DDA1994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6980EDAF-3DBB-4B1A-8133-086EF77B202C}" type="pres">
      <dgm:prSet presAssocID="{6AB3E4F3-B622-46CE-B69D-09835DDA1994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D3A0A640-ECB5-407E-A970-F246A7F3B237}" type="pres">
      <dgm:prSet presAssocID="{6AB3E4F3-B622-46CE-B69D-09835DDA1994}" presName="Accent" presStyleLbl="parChTrans1D1" presStyleIdx="1" presStyleCnt="3"/>
      <dgm:spPr/>
    </dgm:pt>
    <dgm:pt modelId="{409B2484-ECFD-468E-8B60-A81D1E78CDBE}" type="pres">
      <dgm:prSet presAssocID="{6AB3E4F3-B622-46CE-B69D-09835DDA1994}" presName="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B902FFE2-25C4-4CAB-9292-15F0405F6350}" type="pres">
      <dgm:prSet presAssocID="{333BA2EC-076A-4484-B566-A41565630A98}" presName="sibTrans" presStyleCnt="0"/>
      <dgm:spPr/>
    </dgm:pt>
    <dgm:pt modelId="{F83938B2-DF8F-48EB-85E6-36199D5719E7}" type="pres">
      <dgm:prSet presAssocID="{D4414F0E-1FF8-48A8-9565-CD9128357F3D}" presName="composite" presStyleCnt="0"/>
      <dgm:spPr/>
    </dgm:pt>
    <dgm:pt modelId="{4B7DA83A-490D-42C5-A728-10435189794A}" type="pres">
      <dgm:prSet presAssocID="{D4414F0E-1FF8-48A8-9565-CD9128357F3D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60775959-C3A5-46A2-85F2-BFFB4847C359}" type="pres">
      <dgm:prSet presAssocID="{D4414F0E-1FF8-48A8-9565-CD9128357F3D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90446503-3937-429C-8971-B6FE82F7F938}" type="pres">
      <dgm:prSet presAssocID="{D4414F0E-1FF8-48A8-9565-CD9128357F3D}" presName="Accent" presStyleLbl="parChTrans1D1" presStyleIdx="2" presStyleCnt="3"/>
      <dgm:spPr/>
    </dgm:pt>
  </dgm:ptLst>
  <dgm:cxnLst>
    <dgm:cxn modelId="{A6E12601-7DAF-4E0F-9B3C-0CF355C80C6E}" srcId="{6AB3E4F3-B622-46CE-B69D-09835DDA1994}" destId="{1F650511-3B78-4216-AB6F-3CE8E5D6917E}" srcOrd="1" destOrd="0" parTransId="{53FC2415-6714-4EF0-97DE-B43F5121E13E}" sibTransId="{F3B02D61-6365-4440-A0E6-4F728CAE434C}"/>
    <dgm:cxn modelId="{0A300B0F-EB9B-45A3-8D7B-7164816554F2}" type="presOf" srcId="{95644AF4-41AD-4900-BA10-278C62D94955}" destId="{37BC4E87-E764-45B1-BB8E-724E79B2118D}" srcOrd="0" destOrd="0" presId="urn:microsoft.com/office/officeart/2011/layout/TabList"/>
    <dgm:cxn modelId="{5C2BD310-3F1A-44F5-B418-F64A15A624EB}" type="presOf" srcId="{7F2763EB-D84A-4D1A-92B0-BB05DF3F48F2}" destId="{C4DB2129-8A8D-4D79-8A2A-8907D51E8635}" srcOrd="0" destOrd="2" presId="urn:microsoft.com/office/officeart/2011/layout/TabList"/>
    <dgm:cxn modelId="{1C35821F-0CDA-46CA-93EC-F44D785F80E1}" srcId="{95644AF4-41AD-4900-BA10-278C62D94955}" destId="{853D9EEB-EB28-4A1A-8470-93F64EB2824A}" srcOrd="0" destOrd="0" parTransId="{FA845D20-C4F3-4B6F-8DF2-C8B4F8A5937C}" sibTransId="{BEF53ED9-863E-4481-81F2-8C6BDC02A03E}"/>
    <dgm:cxn modelId="{CBC7AC22-19CD-4B0C-89E8-7FDA0FD2C0DC}" srcId="{1FAD23B5-9804-4566-8659-1832D752FDD0}" destId="{95644AF4-41AD-4900-BA10-278C62D94955}" srcOrd="0" destOrd="0" parTransId="{B3A295F5-83C1-49F9-89F2-15C288EFFCFC}" sibTransId="{B76B2AD0-FF24-4B28-9852-BC43562DDEE0}"/>
    <dgm:cxn modelId="{F2497C23-EDBB-423E-A662-F9B573A9F412}" type="presOf" srcId="{1FAD23B5-9804-4566-8659-1832D752FDD0}" destId="{E131FF65-AF26-48D5-8CE1-17F05952A68C}" srcOrd="0" destOrd="0" presId="urn:microsoft.com/office/officeart/2011/layout/TabList"/>
    <dgm:cxn modelId="{1E1B3B31-6C66-4A56-9A71-C3DD9C485A3D}" type="presOf" srcId="{853D9EEB-EB28-4A1A-8470-93F64EB2824A}" destId="{00361574-7A16-4625-9019-68478CE3BECD}" srcOrd="0" destOrd="0" presId="urn:microsoft.com/office/officeart/2011/layout/TabList"/>
    <dgm:cxn modelId="{FFA89A31-FC51-4680-ACA2-C794B0A51EA1}" type="presOf" srcId="{084CC761-F75E-4323-8929-52AC3F4EAEF1}" destId="{4B7DA83A-490D-42C5-A728-10435189794A}" srcOrd="0" destOrd="0" presId="urn:microsoft.com/office/officeart/2011/layout/TabList"/>
    <dgm:cxn modelId="{0AC16768-D3B9-406D-8E37-9C21463D343D}" type="presOf" srcId="{1F650511-3B78-4216-AB6F-3CE8E5D6917E}" destId="{409B2484-ECFD-468E-8B60-A81D1E78CDBE}" srcOrd="0" destOrd="0" presId="urn:microsoft.com/office/officeart/2011/layout/TabList"/>
    <dgm:cxn modelId="{5203F04D-1EBB-405B-9AF6-0725F55301FC}" type="presOf" srcId="{6AB3E4F3-B622-46CE-B69D-09835DDA1994}" destId="{6980EDAF-3DBB-4B1A-8133-086EF77B202C}" srcOrd="0" destOrd="0" presId="urn:microsoft.com/office/officeart/2011/layout/TabList"/>
    <dgm:cxn modelId="{EB4F1079-374D-47D6-A127-827EF41F9F45}" srcId="{1FAD23B5-9804-4566-8659-1832D752FDD0}" destId="{6AB3E4F3-B622-46CE-B69D-09835DDA1994}" srcOrd="1" destOrd="0" parTransId="{7E514BCD-7C82-4599-9014-42E2F3EDD6B0}" sibTransId="{333BA2EC-076A-4484-B566-A41565630A98}"/>
    <dgm:cxn modelId="{7070DE87-C184-40A5-A1ED-B8B63909511C}" type="presOf" srcId="{339AD805-8806-4127-BC18-A89186703EF1}" destId="{FFDA1F0A-E426-4269-96F7-308BF4EF3B3A}" srcOrd="0" destOrd="0" presId="urn:microsoft.com/office/officeart/2011/layout/TabList"/>
    <dgm:cxn modelId="{08C70289-8142-486C-9DB0-1A2F6AC316FB}" srcId="{1FAD23B5-9804-4566-8659-1832D752FDD0}" destId="{D4414F0E-1FF8-48A8-9565-CD9128357F3D}" srcOrd="2" destOrd="0" parTransId="{1EF0D3F6-E19F-44B4-B540-D4C7247E5151}" sibTransId="{83722EA1-1967-4D20-A2D2-3E1F520702D5}"/>
    <dgm:cxn modelId="{2C6D2D9B-7B59-4FF6-909D-9B1DC8E37559}" type="presOf" srcId="{7F6BA085-B84A-4613-BAD0-25291988AD3D}" destId="{C4DB2129-8A8D-4D79-8A2A-8907D51E8635}" srcOrd="0" destOrd="1" presId="urn:microsoft.com/office/officeart/2011/layout/TabList"/>
    <dgm:cxn modelId="{4C8821A3-86A5-4036-898F-E68805C50DEB}" type="presOf" srcId="{7F59B4DD-C7D1-43FD-9094-9665A376D3F4}" destId="{C4DB2129-8A8D-4D79-8A2A-8907D51E8635}" srcOrd="0" destOrd="0" presId="urn:microsoft.com/office/officeart/2011/layout/TabList"/>
    <dgm:cxn modelId="{B712B4A3-8284-4C6D-A1E9-14A1C8380C82}" type="presOf" srcId="{D4414F0E-1FF8-48A8-9565-CD9128357F3D}" destId="{60775959-C3A5-46A2-85F2-BFFB4847C359}" srcOrd="0" destOrd="0" presId="urn:microsoft.com/office/officeart/2011/layout/TabList"/>
    <dgm:cxn modelId="{400FD7A3-B0A1-4335-8AFB-39D768905F57}" srcId="{D4414F0E-1FF8-48A8-9565-CD9128357F3D}" destId="{084CC761-F75E-4323-8929-52AC3F4EAEF1}" srcOrd="0" destOrd="0" parTransId="{038122BF-DE18-48F5-BB65-6806EBCF7901}" sibTransId="{F974E4E5-49B9-4BCD-A144-0EC31A124D0A}"/>
    <dgm:cxn modelId="{266EDAC1-4A3E-469A-93DA-7FE237A642FB}" srcId="{95644AF4-41AD-4900-BA10-278C62D94955}" destId="{7F59B4DD-C7D1-43FD-9094-9665A376D3F4}" srcOrd="1" destOrd="0" parTransId="{D5637FA8-F520-450E-9CE5-E2414B221D82}" sibTransId="{12B6D792-36D6-42CF-9129-ED8509FF217D}"/>
    <dgm:cxn modelId="{4B6533E1-D39A-4947-BC3F-4D96BF8D4FDC}" srcId="{95644AF4-41AD-4900-BA10-278C62D94955}" destId="{7F2763EB-D84A-4D1A-92B0-BB05DF3F48F2}" srcOrd="3" destOrd="0" parTransId="{E13668EC-6FE5-48A6-A624-D3DAE05C1220}" sibTransId="{6E87D0D8-69EA-4716-A1C0-9C5C326B58F3}"/>
    <dgm:cxn modelId="{B6C6B6F8-915E-4792-972F-17234A741939}" srcId="{6AB3E4F3-B622-46CE-B69D-09835DDA1994}" destId="{339AD805-8806-4127-BC18-A89186703EF1}" srcOrd="0" destOrd="0" parTransId="{2E68CDE0-59C6-4F77-BC3B-EDEC6C2C2292}" sibTransId="{4151926F-7BDF-46E5-97C4-AE71C0963A84}"/>
    <dgm:cxn modelId="{27F2B2FD-A40F-4728-882A-1D491D2AE6C3}" srcId="{95644AF4-41AD-4900-BA10-278C62D94955}" destId="{7F6BA085-B84A-4613-BAD0-25291988AD3D}" srcOrd="2" destOrd="0" parTransId="{7E466A22-F843-4CC5-A2A0-93E74BB89CF8}" sibTransId="{B7B55419-924D-4D24-9FBB-5674CCE83EC0}"/>
    <dgm:cxn modelId="{BDFC8F66-47B9-4E3C-8231-E9992BAE611D}" type="presParOf" srcId="{E131FF65-AF26-48D5-8CE1-17F05952A68C}" destId="{0F054CB6-68AF-409F-AE9E-495D773BAAB8}" srcOrd="0" destOrd="0" presId="urn:microsoft.com/office/officeart/2011/layout/TabList"/>
    <dgm:cxn modelId="{5DE3B73A-9D04-4806-9212-806529CB199B}" type="presParOf" srcId="{0F054CB6-68AF-409F-AE9E-495D773BAAB8}" destId="{00361574-7A16-4625-9019-68478CE3BECD}" srcOrd="0" destOrd="0" presId="urn:microsoft.com/office/officeart/2011/layout/TabList"/>
    <dgm:cxn modelId="{682CCD8C-F14C-4291-9117-46CAB7282709}" type="presParOf" srcId="{0F054CB6-68AF-409F-AE9E-495D773BAAB8}" destId="{37BC4E87-E764-45B1-BB8E-724E79B2118D}" srcOrd="1" destOrd="0" presId="urn:microsoft.com/office/officeart/2011/layout/TabList"/>
    <dgm:cxn modelId="{B37E44B5-64C6-4CE6-B34B-A68929FC1681}" type="presParOf" srcId="{0F054CB6-68AF-409F-AE9E-495D773BAAB8}" destId="{CF7B60EA-5DFF-4B73-942B-A0956EDD2B9A}" srcOrd="2" destOrd="0" presId="urn:microsoft.com/office/officeart/2011/layout/TabList"/>
    <dgm:cxn modelId="{2175358F-C965-431C-9D76-F10B2CC1E0BA}" type="presParOf" srcId="{E131FF65-AF26-48D5-8CE1-17F05952A68C}" destId="{C4DB2129-8A8D-4D79-8A2A-8907D51E8635}" srcOrd="1" destOrd="0" presId="urn:microsoft.com/office/officeart/2011/layout/TabList"/>
    <dgm:cxn modelId="{51E49012-7D4E-4091-B1F1-86D3DF6D1C35}" type="presParOf" srcId="{E131FF65-AF26-48D5-8CE1-17F05952A68C}" destId="{D6334059-F947-4391-A45F-F9C60E9D36DC}" srcOrd="2" destOrd="0" presId="urn:microsoft.com/office/officeart/2011/layout/TabList"/>
    <dgm:cxn modelId="{52B13F93-1593-4F44-A993-91ECB66424D0}" type="presParOf" srcId="{E131FF65-AF26-48D5-8CE1-17F05952A68C}" destId="{14A25779-D34F-4891-8964-5D8FA9C67964}" srcOrd="3" destOrd="0" presId="urn:microsoft.com/office/officeart/2011/layout/TabList"/>
    <dgm:cxn modelId="{10E58F14-DB49-4363-8067-D3C36162E290}" type="presParOf" srcId="{14A25779-D34F-4891-8964-5D8FA9C67964}" destId="{FFDA1F0A-E426-4269-96F7-308BF4EF3B3A}" srcOrd="0" destOrd="0" presId="urn:microsoft.com/office/officeart/2011/layout/TabList"/>
    <dgm:cxn modelId="{52A39440-DA98-45B6-BCE8-22D4A518B0B5}" type="presParOf" srcId="{14A25779-D34F-4891-8964-5D8FA9C67964}" destId="{6980EDAF-3DBB-4B1A-8133-086EF77B202C}" srcOrd="1" destOrd="0" presId="urn:microsoft.com/office/officeart/2011/layout/TabList"/>
    <dgm:cxn modelId="{DABFCCF3-3136-47AC-A3FC-4517A4F32D93}" type="presParOf" srcId="{14A25779-D34F-4891-8964-5D8FA9C67964}" destId="{D3A0A640-ECB5-407E-A970-F246A7F3B237}" srcOrd="2" destOrd="0" presId="urn:microsoft.com/office/officeart/2011/layout/TabList"/>
    <dgm:cxn modelId="{18F7EB6A-1480-4194-9FC4-C5277B3F73C4}" type="presParOf" srcId="{E131FF65-AF26-48D5-8CE1-17F05952A68C}" destId="{409B2484-ECFD-468E-8B60-A81D1E78CDBE}" srcOrd="4" destOrd="0" presId="urn:microsoft.com/office/officeart/2011/layout/TabList"/>
    <dgm:cxn modelId="{225073D1-65FC-4620-8CA5-069DB2D10422}" type="presParOf" srcId="{E131FF65-AF26-48D5-8CE1-17F05952A68C}" destId="{B902FFE2-25C4-4CAB-9292-15F0405F6350}" srcOrd="5" destOrd="0" presId="urn:microsoft.com/office/officeart/2011/layout/TabList"/>
    <dgm:cxn modelId="{425287B7-B957-47B0-A971-AACC68117AB7}" type="presParOf" srcId="{E131FF65-AF26-48D5-8CE1-17F05952A68C}" destId="{F83938B2-DF8F-48EB-85E6-36199D5719E7}" srcOrd="6" destOrd="0" presId="urn:microsoft.com/office/officeart/2011/layout/TabList"/>
    <dgm:cxn modelId="{6642618B-DDCC-4101-9263-11C72BD0F585}" type="presParOf" srcId="{F83938B2-DF8F-48EB-85E6-36199D5719E7}" destId="{4B7DA83A-490D-42C5-A728-10435189794A}" srcOrd="0" destOrd="0" presId="urn:microsoft.com/office/officeart/2011/layout/TabList"/>
    <dgm:cxn modelId="{F7ECB426-DC1F-4F8B-8A0B-B684EB2CFC33}" type="presParOf" srcId="{F83938B2-DF8F-48EB-85E6-36199D5719E7}" destId="{60775959-C3A5-46A2-85F2-BFFB4847C359}" srcOrd="1" destOrd="0" presId="urn:microsoft.com/office/officeart/2011/layout/TabList"/>
    <dgm:cxn modelId="{251E1CE7-D5C8-4019-BA1F-2C8CF183553E}" type="presParOf" srcId="{F83938B2-DF8F-48EB-85E6-36199D5719E7}" destId="{90446503-3937-429C-8971-B6FE82F7F938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782567-7F0C-4E1B-AFCC-767AD976CFB4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F45C61B-EBD1-4A04-995D-066A8FAE44AC}">
      <dgm:prSet phldrT="[Text]"/>
      <dgm:spPr/>
      <dgm:t>
        <a:bodyPr/>
        <a:lstStyle/>
        <a:p>
          <a:pPr>
            <a:buNone/>
          </a:pPr>
          <a:r>
            <a:rPr lang="en-IN" dirty="0"/>
            <a:t>Challenges</a:t>
          </a:r>
        </a:p>
      </dgm:t>
    </dgm:pt>
    <dgm:pt modelId="{8C8FF855-6CF1-4567-885F-8ABF83749828}" type="parTrans" cxnId="{CA7756FC-C903-42D3-A412-62E8D102EA3C}">
      <dgm:prSet/>
      <dgm:spPr/>
      <dgm:t>
        <a:bodyPr/>
        <a:lstStyle/>
        <a:p>
          <a:endParaRPr lang="en-IN"/>
        </a:p>
      </dgm:t>
    </dgm:pt>
    <dgm:pt modelId="{40BC6645-AB5E-4153-B9E0-282EB567B282}" type="sibTrans" cxnId="{CA7756FC-C903-42D3-A412-62E8D102EA3C}">
      <dgm:prSet/>
      <dgm:spPr/>
      <dgm:t>
        <a:bodyPr/>
        <a:lstStyle/>
        <a:p>
          <a:endParaRPr lang="en-IN"/>
        </a:p>
      </dgm:t>
    </dgm:pt>
    <dgm:pt modelId="{59264E6D-2D7E-40B5-A983-121715ABF83F}">
      <dgm:prSet phldrT="[Text]"/>
      <dgm:spPr/>
      <dgm:t>
        <a:bodyPr/>
        <a:lstStyle/>
        <a:p>
          <a:pPr>
            <a:buNone/>
          </a:pPr>
          <a:r>
            <a:rPr lang="en-IN" dirty="0"/>
            <a:t>Managing multiple projects</a:t>
          </a:r>
        </a:p>
      </dgm:t>
    </dgm:pt>
    <dgm:pt modelId="{7F3DC717-D194-4775-B0EF-703D1E8B111B}" type="parTrans" cxnId="{10CB6735-6608-4F6D-8AB9-267840F874DB}">
      <dgm:prSet/>
      <dgm:spPr/>
      <dgm:t>
        <a:bodyPr/>
        <a:lstStyle/>
        <a:p>
          <a:endParaRPr lang="en-IN"/>
        </a:p>
      </dgm:t>
    </dgm:pt>
    <dgm:pt modelId="{1C42D1B3-8D5E-4335-BC07-2E44F89E03FD}" type="sibTrans" cxnId="{10CB6735-6608-4F6D-8AB9-267840F874DB}">
      <dgm:prSet/>
      <dgm:spPr/>
      <dgm:t>
        <a:bodyPr/>
        <a:lstStyle/>
        <a:p>
          <a:endParaRPr lang="en-IN"/>
        </a:p>
      </dgm:t>
    </dgm:pt>
    <dgm:pt modelId="{21A45174-AD5C-4E26-A312-CAAF5AE81AFB}">
      <dgm:prSet phldrT="[Text]"/>
      <dgm:spPr/>
      <dgm:t>
        <a:bodyPr/>
        <a:lstStyle/>
        <a:p>
          <a:pPr>
            <a:buNone/>
          </a:pPr>
          <a:r>
            <a:rPr lang="en-IN" dirty="0"/>
            <a:t>UI consistency issues</a:t>
          </a:r>
        </a:p>
      </dgm:t>
    </dgm:pt>
    <dgm:pt modelId="{BB3B4CE1-BCA1-4142-BCE6-83F168285BC1}" type="parTrans" cxnId="{09A1EFDD-E037-4EAD-86C1-FDBF837D0910}">
      <dgm:prSet/>
      <dgm:spPr/>
      <dgm:t>
        <a:bodyPr/>
        <a:lstStyle/>
        <a:p>
          <a:endParaRPr lang="en-IN"/>
        </a:p>
      </dgm:t>
    </dgm:pt>
    <dgm:pt modelId="{8A479F47-1B95-45D4-B59C-27E8745074AD}" type="sibTrans" cxnId="{09A1EFDD-E037-4EAD-86C1-FDBF837D0910}">
      <dgm:prSet/>
      <dgm:spPr/>
      <dgm:t>
        <a:bodyPr/>
        <a:lstStyle/>
        <a:p>
          <a:endParaRPr lang="en-IN"/>
        </a:p>
      </dgm:t>
    </dgm:pt>
    <dgm:pt modelId="{0C326B18-7484-4D8B-8C79-88215AEC6E44}">
      <dgm:prSet phldrT="[Text]"/>
      <dgm:spPr/>
      <dgm:t>
        <a:bodyPr/>
        <a:lstStyle/>
        <a:p>
          <a:pPr>
            <a:buNone/>
          </a:pPr>
          <a:r>
            <a:rPr lang="en-IN" dirty="0"/>
            <a:t>CMS integration complexity</a:t>
          </a:r>
        </a:p>
      </dgm:t>
    </dgm:pt>
    <dgm:pt modelId="{A14788AA-C096-4A9D-B695-406ACA2C9249}" type="parTrans" cxnId="{E32F3268-0BEE-495E-8FB2-DD025B3CB8C2}">
      <dgm:prSet/>
      <dgm:spPr/>
      <dgm:t>
        <a:bodyPr/>
        <a:lstStyle/>
        <a:p>
          <a:endParaRPr lang="en-IN"/>
        </a:p>
      </dgm:t>
    </dgm:pt>
    <dgm:pt modelId="{6186F24B-9C37-47CC-A57A-F0868B91982F}" type="sibTrans" cxnId="{E32F3268-0BEE-495E-8FB2-DD025B3CB8C2}">
      <dgm:prSet/>
      <dgm:spPr/>
      <dgm:t>
        <a:bodyPr/>
        <a:lstStyle/>
        <a:p>
          <a:endParaRPr lang="en-IN"/>
        </a:p>
      </dgm:t>
    </dgm:pt>
    <dgm:pt modelId="{C685F214-A892-41CD-BB0E-4CB1E7C68FB9}">
      <dgm:prSet phldrT="[Text]"/>
      <dgm:spPr/>
      <dgm:t>
        <a:bodyPr/>
        <a:lstStyle/>
        <a:p>
          <a:pPr>
            <a:buNone/>
          </a:pPr>
          <a:r>
            <a:rPr lang="en-IN" dirty="0"/>
            <a:t>Solutions</a:t>
          </a:r>
        </a:p>
      </dgm:t>
    </dgm:pt>
    <dgm:pt modelId="{17B83A87-DE40-4ED0-8D90-9773642C9C42}" type="parTrans" cxnId="{83F94927-1503-4A34-9107-9830CD8C7C1E}">
      <dgm:prSet/>
      <dgm:spPr/>
      <dgm:t>
        <a:bodyPr/>
        <a:lstStyle/>
        <a:p>
          <a:endParaRPr lang="en-IN"/>
        </a:p>
      </dgm:t>
    </dgm:pt>
    <dgm:pt modelId="{EA9CD64D-AE8C-495C-8BCC-80E287C33A9D}" type="sibTrans" cxnId="{83F94927-1503-4A34-9107-9830CD8C7C1E}">
      <dgm:prSet/>
      <dgm:spPr/>
      <dgm:t>
        <a:bodyPr/>
        <a:lstStyle/>
        <a:p>
          <a:endParaRPr lang="en-IN"/>
        </a:p>
      </dgm:t>
    </dgm:pt>
    <dgm:pt modelId="{27549190-6A19-484D-904E-9D82E0867431}">
      <dgm:prSet phldrT="[Text]"/>
      <dgm:spPr/>
      <dgm:t>
        <a:bodyPr/>
        <a:lstStyle/>
        <a:p>
          <a:pPr>
            <a:buNone/>
          </a:pPr>
          <a:r>
            <a:rPr lang="en-IN" dirty="0"/>
            <a:t>Task prioritization</a:t>
          </a:r>
        </a:p>
      </dgm:t>
    </dgm:pt>
    <dgm:pt modelId="{48363AE3-4E03-493E-B483-3FF906570741}" type="parTrans" cxnId="{B0DD9EA7-4A9E-4F40-A805-FF88CE934EE4}">
      <dgm:prSet/>
      <dgm:spPr/>
      <dgm:t>
        <a:bodyPr/>
        <a:lstStyle/>
        <a:p>
          <a:endParaRPr lang="en-IN"/>
        </a:p>
      </dgm:t>
    </dgm:pt>
    <dgm:pt modelId="{03C54AB1-A28C-47D3-8A35-8C9CF7A58AAC}" type="sibTrans" cxnId="{B0DD9EA7-4A9E-4F40-A805-FF88CE934EE4}">
      <dgm:prSet/>
      <dgm:spPr/>
      <dgm:t>
        <a:bodyPr/>
        <a:lstStyle/>
        <a:p>
          <a:endParaRPr lang="en-IN"/>
        </a:p>
      </dgm:t>
    </dgm:pt>
    <dgm:pt modelId="{E290C1AA-E019-415A-B2CA-3C1A66BBA722}">
      <dgm:prSet phldrT="[Text]"/>
      <dgm:spPr/>
      <dgm:t>
        <a:bodyPr/>
        <a:lstStyle/>
        <a:p>
          <a:pPr>
            <a:buNone/>
          </a:pPr>
          <a:r>
            <a:rPr lang="en-IN" dirty="0"/>
            <a:t>Component-based design</a:t>
          </a:r>
        </a:p>
      </dgm:t>
    </dgm:pt>
    <dgm:pt modelId="{F77214D1-9643-4BE4-A66E-60E30E1B61AD}" type="parTrans" cxnId="{83D0BA60-A02B-4F43-9F39-B9D6DA5B3098}">
      <dgm:prSet/>
      <dgm:spPr/>
      <dgm:t>
        <a:bodyPr/>
        <a:lstStyle/>
        <a:p>
          <a:endParaRPr lang="en-IN"/>
        </a:p>
      </dgm:t>
    </dgm:pt>
    <dgm:pt modelId="{484AC931-DCBA-41D1-BA0C-138786493AB3}" type="sibTrans" cxnId="{83D0BA60-A02B-4F43-9F39-B9D6DA5B3098}">
      <dgm:prSet/>
      <dgm:spPr/>
      <dgm:t>
        <a:bodyPr/>
        <a:lstStyle/>
        <a:p>
          <a:endParaRPr lang="en-IN"/>
        </a:p>
      </dgm:t>
    </dgm:pt>
    <dgm:pt modelId="{CE998F9A-95B9-4322-9CE9-7F1AE422D7DF}">
      <dgm:prSet phldrT="[Text]"/>
      <dgm:spPr/>
      <dgm:t>
        <a:bodyPr/>
        <a:lstStyle/>
        <a:p>
          <a:pPr>
            <a:buNone/>
          </a:pPr>
          <a:r>
            <a:rPr lang="en-IN" dirty="0"/>
            <a:t>Structured debugging approach</a:t>
          </a:r>
        </a:p>
      </dgm:t>
    </dgm:pt>
    <dgm:pt modelId="{1244A620-75D8-421F-8BB2-B16DCEA3A8B9}" type="parTrans" cxnId="{08A2690F-D759-4294-9E73-F0A4CE1F635E}">
      <dgm:prSet/>
      <dgm:spPr/>
      <dgm:t>
        <a:bodyPr/>
        <a:lstStyle/>
        <a:p>
          <a:endParaRPr lang="en-IN"/>
        </a:p>
      </dgm:t>
    </dgm:pt>
    <dgm:pt modelId="{048658AB-F973-4BA2-ACE6-F240F09A784C}" type="sibTrans" cxnId="{08A2690F-D759-4294-9E73-F0A4CE1F635E}">
      <dgm:prSet/>
      <dgm:spPr/>
      <dgm:t>
        <a:bodyPr/>
        <a:lstStyle/>
        <a:p>
          <a:endParaRPr lang="en-IN"/>
        </a:p>
      </dgm:t>
    </dgm:pt>
    <dgm:pt modelId="{67190E1C-53FD-4BC7-B55D-6CD5B241739A}">
      <dgm:prSet phldrT="[Text]"/>
      <dgm:spPr/>
      <dgm:t>
        <a:bodyPr/>
        <a:lstStyle/>
        <a:p>
          <a:pPr>
            <a:buNone/>
          </a:pPr>
          <a:r>
            <a:rPr lang="en-IN"/>
            <a:t>Debugging production bugs</a:t>
          </a:r>
          <a:endParaRPr lang="en-IN" dirty="0"/>
        </a:p>
      </dgm:t>
    </dgm:pt>
    <dgm:pt modelId="{13D5EF2D-9661-4C6D-AB73-465FAF211C4C}" type="parTrans" cxnId="{F6B8C52A-2BE2-4558-94B4-F228E907B953}">
      <dgm:prSet/>
      <dgm:spPr/>
      <dgm:t>
        <a:bodyPr/>
        <a:lstStyle/>
        <a:p>
          <a:endParaRPr lang="en-IN"/>
        </a:p>
      </dgm:t>
    </dgm:pt>
    <dgm:pt modelId="{78F2A89A-D333-4659-9F07-25E2BE6AA3EC}" type="sibTrans" cxnId="{F6B8C52A-2BE2-4558-94B4-F228E907B953}">
      <dgm:prSet/>
      <dgm:spPr/>
      <dgm:t>
        <a:bodyPr/>
        <a:lstStyle/>
        <a:p>
          <a:endParaRPr lang="en-IN"/>
        </a:p>
      </dgm:t>
    </dgm:pt>
    <dgm:pt modelId="{E6223D33-E1D1-4897-B431-07CEFC9190E5}">
      <dgm:prSet phldrT="[Text]"/>
      <dgm:spPr/>
      <dgm:t>
        <a:bodyPr/>
        <a:lstStyle/>
        <a:p>
          <a:pPr>
            <a:buNone/>
          </a:pPr>
          <a:r>
            <a:rPr lang="en-IN"/>
            <a:t>CMS &amp; dynamic systems</a:t>
          </a:r>
          <a:endParaRPr lang="en-IN" dirty="0"/>
        </a:p>
      </dgm:t>
    </dgm:pt>
    <dgm:pt modelId="{80CEED69-AB3D-449B-A59D-EEC9C394268B}" type="parTrans" cxnId="{AF87CF3F-57A0-4BB7-A0EC-212FCCB7967F}">
      <dgm:prSet/>
      <dgm:spPr/>
      <dgm:t>
        <a:bodyPr/>
        <a:lstStyle/>
        <a:p>
          <a:endParaRPr lang="en-IN"/>
        </a:p>
      </dgm:t>
    </dgm:pt>
    <dgm:pt modelId="{9DFB576C-ECC6-4632-877C-5DC8960B139F}" type="sibTrans" cxnId="{AF87CF3F-57A0-4BB7-A0EC-212FCCB7967F}">
      <dgm:prSet/>
      <dgm:spPr/>
      <dgm:t>
        <a:bodyPr/>
        <a:lstStyle/>
        <a:p>
          <a:endParaRPr lang="en-IN"/>
        </a:p>
      </dgm:t>
    </dgm:pt>
    <dgm:pt modelId="{C48CF606-D1D8-4EF5-99A2-DE715D2EB9E8}" type="pres">
      <dgm:prSet presAssocID="{E7782567-7F0C-4E1B-AFCC-767AD976CFB4}" presName="layout" presStyleCnt="0">
        <dgm:presLayoutVars>
          <dgm:chMax/>
          <dgm:chPref/>
          <dgm:dir/>
          <dgm:resizeHandles/>
        </dgm:presLayoutVars>
      </dgm:prSet>
      <dgm:spPr/>
    </dgm:pt>
    <dgm:pt modelId="{D24DD557-F549-4A40-A436-230CE6E01E13}" type="pres">
      <dgm:prSet presAssocID="{EF45C61B-EBD1-4A04-995D-066A8FAE44AC}" presName="root" presStyleCnt="0">
        <dgm:presLayoutVars>
          <dgm:chMax/>
          <dgm:chPref/>
        </dgm:presLayoutVars>
      </dgm:prSet>
      <dgm:spPr/>
    </dgm:pt>
    <dgm:pt modelId="{68C3B372-6A9B-438C-BD48-A8E4F0AE46AB}" type="pres">
      <dgm:prSet presAssocID="{EF45C61B-EBD1-4A04-995D-066A8FAE44AC}" presName="rootComposite" presStyleCnt="0">
        <dgm:presLayoutVars/>
      </dgm:prSet>
      <dgm:spPr/>
    </dgm:pt>
    <dgm:pt modelId="{ED0EAC36-3AC5-404C-9989-E49A3B2F5751}" type="pres">
      <dgm:prSet presAssocID="{EF45C61B-EBD1-4A04-995D-066A8FAE44AC}" presName="ParentAccent" presStyleLbl="alignNode1" presStyleIdx="0" presStyleCnt="2"/>
      <dgm:spPr/>
    </dgm:pt>
    <dgm:pt modelId="{DDF8383B-71F2-4F10-AAC3-8FE514C617FF}" type="pres">
      <dgm:prSet presAssocID="{EF45C61B-EBD1-4A04-995D-066A8FAE44AC}" presName="ParentSmallAccent" presStyleLbl="fgAcc1" presStyleIdx="0" presStyleCnt="2"/>
      <dgm:spPr/>
    </dgm:pt>
    <dgm:pt modelId="{744A6F30-DE5D-45DA-A0D4-10CBAD3A20D8}" type="pres">
      <dgm:prSet presAssocID="{EF45C61B-EBD1-4A04-995D-066A8FAE44AC}" presName="Parent" presStyleLbl="revTx" presStyleIdx="0" presStyleCnt="10">
        <dgm:presLayoutVars>
          <dgm:chMax/>
          <dgm:chPref val="4"/>
          <dgm:bulletEnabled val="1"/>
        </dgm:presLayoutVars>
      </dgm:prSet>
      <dgm:spPr/>
    </dgm:pt>
    <dgm:pt modelId="{27E875C0-D6E3-4F85-BBC5-A2406119CFDF}" type="pres">
      <dgm:prSet presAssocID="{EF45C61B-EBD1-4A04-995D-066A8FAE44AC}" presName="childShape" presStyleCnt="0">
        <dgm:presLayoutVars>
          <dgm:chMax val="0"/>
          <dgm:chPref val="0"/>
        </dgm:presLayoutVars>
      </dgm:prSet>
      <dgm:spPr/>
    </dgm:pt>
    <dgm:pt modelId="{C4A9629F-BCD8-408C-8DDA-6BEFC2549889}" type="pres">
      <dgm:prSet presAssocID="{59264E6D-2D7E-40B5-A983-121715ABF83F}" presName="childComposite" presStyleCnt="0">
        <dgm:presLayoutVars>
          <dgm:chMax val="0"/>
          <dgm:chPref val="0"/>
        </dgm:presLayoutVars>
      </dgm:prSet>
      <dgm:spPr/>
    </dgm:pt>
    <dgm:pt modelId="{F387409A-99D8-404D-9768-703325E96458}" type="pres">
      <dgm:prSet presAssocID="{59264E6D-2D7E-40B5-A983-121715ABF83F}" presName="ChildAccent" presStyleLbl="solidFgAcc1" presStyleIdx="0" presStyleCnt="8"/>
      <dgm:spPr/>
    </dgm:pt>
    <dgm:pt modelId="{69200785-11A9-4BDB-956D-A645CB48BD15}" type="pres">
      <dgm:prSet presAssocID="{59264E6D-2D7E-40B5-A983-121715ABF83F}" presName="Child" presStyleLbl="revTx" presStyleIdx="1" presStyleCnt="10">
        <dgm:presLayoutVars>
          <dgm:chMax val="0"/>
          <dgm:chPref val="0"/>
          <dgm:bulletEnabled val="1"/>
        </dgm:presLayoutVars>
      </dgm:prSet>
      <dgm:spPr/>
    </dgm:pt>
    <dgm:pt modelId="{9FEAEF0B-D370-4ED1-A79D-B808B253BDF8}" type="pres">
      <dgm:prSet presAssocID="{21A45174-AD5C-4E26-A312-CAAF5AE81AFB}" presName="childComposite" presStyleCnt="0">
        <dgm:presLayoutVars>
          <dgm:chMax val="0"/>
          <dgm:chPref val="0"/>
        </dgm:presLayoutVars>
      </dgm:prSet>
      <dgm:spPr/>
    </dgm:pt>
    <dgm:pt modelId="{B1BE9BA1-3413-49E0-A442-06E23A5B83BF}" type="pres">
      <dgm:prSet presAssocID="{21A45174-AD5C-4E26-A312-CAAF5AE81AFB}" presName="ChildAccent" presStyleLbl="solidFgAcc1" presStyleIdx="1" presStyleCnt="8"/>
      <dgm:spPr/>
    </dgm:pt>
    <dgm:pt modelId="{77989C46-FF9C-49C6-93CD-36B18D05C2AF}" type="pres">
      <dgm:prSet presAssocID="{21A45174-AD5C-4E26-A312-CAAF5AE81AFB}" presName="Child" presStyleLbl="revTx" presStyleIdx="2" presStyleCnt="10">
        <dgm:presLayoutVars>
          <dgm:chMax val="0"/>
          <dgm:chPref val="0"/>
          <dgm:bulletEnabled val="1"/>
        </dgm:presLayoutVars>
      </dgm:prSet>
      <dgm:spPr/>
    </dgm:pt>
    <dgm:pt modelId="{3B1294D2-55C5-43E7-B573-DD1679CFEF64}" type="pres">
      <dgm:prSet presAssocID="{0C326B18-7484-4D8B-8C79-88215AEC6E44}" presName="childComposite" presStyleCnt="0">
        <dgm:presLayoutVars>
          <dgm:chMax val="0"/>
          <dgm:chPref val="0"/>
        </dgm:presLayoutVars>
      </dgm:prSet>
      <dgm:spPr/>
    </dgm:pt>
    <dgm:pt modelId="{9660A99A-9A63-4057-A56E-3FE352440D23}" type="pres">
      <dgm:prSet presAssocID="{0C326B18-7484-4D8B-8C79-88215AEC6E44}" presName="ChildAccent" presStyleLbl="solidFgAcc1" presStyleIdx="2" presStyleCnt="8"/>
      <dgm:spPr/>
    </dgm:pt>
    <dgm:pt modelId="{3B04EBF1-6550-4A27-9620-A7B1B2A49EA2}" type="pres">
      <dgm:prSet presAssocID="{0C326B18-7484-4D8B-8C79-88215AEC6E44}" presName="Child" presStyleLbl="revTx" presStyleIdx="3" presStyleCnt="10">
        <dgm:presLayoutVars>
          <dgm:chMax val="0"/>
          <dgm:chPref val="0"/>
          <dgm:bulletEnabled val="1"/>
        </dgm:presLayoutVars>
      </dgm:prSet>
      <dgm:spPr/>
    </dgm:pt>
    <dgm:pt modelId="{6C16379F-B2D9-483B-AEF8-465669BFB871}" type="pres">
      <dgm:prSet presAssocID="{67190E1C-53FD-4BC7-B55D-6CD5B241739A}" presName="childComposite" presStyleCnt="0">
        <dgm:presLayoutVars>
          <dgm:chMax val="0"/>
          <dgm:chPref val="0"/>
        </dgm:presLayoutVars>
      </dgm:prSet>
      <dgm:spPr/>
    </dgm:pt>
    <dgm:pt modelId="{BBA7A77A-9893-4B21-8E88-A5823B9ECAAB}" type="pres">
      <dgm:prSet presAssocID="{67190E1C-53FD-4BC7-B55D-6CD5B241739A}" presName="ChildAccent" presStyleLbl="solidFgAcc1" presStyleIdx="3" presStyleCnt="8"/>
      <dgm:spPr/>
    </dgm:pt>
    <dgm:pt modelId="{5EFD410D-026C-4764-904F-02B87F066C19}" type="pres">
      <dgm:prSet presAssocID="{67190E1C-53FD-4BC7-B55D-6CD5B241739A}" presName="Child" presStyleLbl="revTx" presStyleIdx="4" presStyleCnt="10">
        <dgm:presLayoutVars>
          <dgm:chMax val="0"/>
          <dgm:chPref val="0"/>
          <dgm:bulletEnabled val="1"/>
        </dgm:presLayoutVars>
      </dgm:prSet>
      <dgm:spPr/>
    </dgm:pt>
    <dgm:pt modelId="{75E96F2F-DEF3-4C1B-8DB0-AB78499AF6D4}" type="pres">
      <dgm:prSet presAssocID="{C685F214-A892-41CD-BB0E-4CB1E7C68FB9}" presName="root" presStyleCnt="0">
        <dgm:presLayoutVars>
          <dgm:chMax/>
          <dgm:chPref/>
        </dgm:presLayoutVars>
      </dgm:prSet>
      <dgm:spPr/>
    </dgm:pt>
    <dgm:pt modelId="{86BF887D-BD9D-4DC4-9B5E-F1A8EECE9F48}" type="pres">
      <dgm:prSet presAssocID="{C685F214-A892-41CD-BB0E-4CB1E7C68FB9}" presName="rootComposite" presStyleCnt="0">
        <dgm:presLayoutVars/>
      </dgm:prSet>
      <dgm:spPr/>
    </dgm:pt>
    <dgm:pt modelId="{EAA15EF4-CDB5-4069-A7F1-AF147CFCCB09}" type="pres">
      <dgm:prSet presAssocID="{C685F214-A892-41CD-BB0E-4CB1E7C68FB9}" presName="ParentAccent" presStyleLbl="alignNode1" presStyleIdx="1" presStyleCnt="2"/>
      <dgm:spPr/>
    </dgm:pt>
    <dgm:pt modelId="{C52F1FD6-B239-4E73-BBC2-2CCCC321BD59}" type="pres">
      <dgm:prSet presAssocID="{C685F214-A892-41CD-BB0E-4CB1E7C68FB9}" presName="ParentSmallAccent" presStyleLbl="fgAcc1" presStyleIdx="1" presStyleCnt="2"/>
      <dgm:spPr/>
    </dgm:pt>
    <dgm:pt modelId="{7D940D72-52B5-4928-B173-33A9459AE753}" type="pres">
      <dgm:prSet presAssocID="{C685F214-A892-41CD-BB0E-4CB1E7C68FB9}" presName="Parent" presStyleLbl="revTx" presStyleIdx="5" presStyleCnt="10">
        <dgm:presLayoutVars>
          <dgm:chMax/>
          <dgm:chPref val="4"/>
          <dgm:bulletEnabled val="1"/>
        </dgm:presLayoutVars>
      </dgm:prSet>
      <dgm:spPr/>
    </dgm:pt>
    <dgm:pt modelId="{FE73CDAC-47D5-4F88-8DA9-D78004E53AA2}" type="pres">
      <dgm:prSet presAssocID="{C685F214-A892-41CD-BB0E-4CB1E7C68FB9}" presName="childShape" presStyleCnt="0">
        <dgm:presLayoutVars>
          <dgm:chMax val="0"/>
          <dgm:chPref val="0"/>
        </dgm:presLayoutVars>
      </dgm:prSet>
      <dgm:spPr/>
    </dgm:pt>
    <dgm:pt modelId="{5DA6AB6E-CA9B-404A-8FB4-D08CAD60A060}" type="pres">
      <dgm:prSet presAssocID="{27549190-6A19-484D-904E-9D82E0867431}" presName="childComposite" presStyleCnt="0">
        <dgm:presLayoutVars>
          <dgm:chMax val="0"/>
          <dgm:chPref val="0"/>
        </dgm:presLayoutVars>
      </dgm:prSet>
      <dgm:spPr/>
    </dgm:pt>
    <dgm:pt modelId="{9F8F8673-FFB6-43BD-B909-9236BD25280D}" type="pres">
      <dgm:prSet presAssocID="{27549190-6A19-484D-904E-9D82E0867431}" presName="ChildAccent" presStyleLbl="solidFgAcc1" presStyleIdx="4" presStyleCnt="8"/>
      <dgm:spPr/>
    </dgm:pt>
    <dgm:pt modelId="{25EB476F-A9D6-498A-A174-DD7564865ABB}" type="pres">
      <dgm:prSet presAssocID="{27549190-6A19-484D-904E-9D82E0867431}" presName="Child" presStyleLbl="revTx" presStyleIdx="6" presStyleCnt="10">
        <dgm:presLayoutVars>
          <dgm:chMax val="0"/>
          <dgm:chPref val="0"/>
          <dgm:bulletEnabled val="1"/>
        </dgm:presLayoutVars>
      </dgm:prSet>
      <dgm:spPr/>
    </dgm:pt>
    <dgm:pt modelId="{B9C47CF6-983B-43F5-96CB-0EE6C7084026}" type="pres">
      <dgm:prSet presAssocID="{E290C1AA-E019-415A-B2CA-3C1A66BBA722}" presName="childComposite" presStyleCnt="0">
        <dgm:presLayoutVars>
          <dgm:chMax val="0"/>
          <dgm:chPref val="0"/>
        </dgm:presLayoutVars>
      </dgm:prSet>
      <dgm:spPr/>
    </dgm:pt>
    <dgm:pt modelId="{0C05B77A-1F70-4C84-8DA4-0F02FC6318E4}" type="pres">
      <dgm:prSet presAssocID="{E290C1AA-E019-415A-B2CA-3C1A66BBA722}" presName="ChildAccent" presStyleLbl="solidFgAcc1" presStyleIdx="5" presStyleCnt="8"/>
      <dgm:spPr/>
    </dgm:pt>
    <dgm:pt modelId="{AE1FB5A8-8BEA-4D8C-9EB7-8C9EBB81B1ED}" type="pres">
      <dgm:prSet presAssocID="{E290C1AA-E019-415A-B2CA-3C1A66BBA722}" presName="Child" presStyleLbl="revTx" presStyleIdx="7" presStyleCnt="10">
        <dgm:presLayoutVars>
          <dgm:chMax val="0"/>
          <dgm:chPref val="0"/>
          <dgm:bulletEnabled val="1"/>
        </dgm:presLayoutVars>
      </dgm:prSet>
      <dgm:spPr/>
    </dgm:pt>
    <dgm:pt modelId="{9ED8B75F-7A96-48D1-88C7-DA7CC909DFE3}" type="pres">
      <dgm:prSet presAssocID="{E6223D33-E1D1-4897-B431-07CEFC9190E5}" presName="childComposite" presStyleCnt="0">
        <dgm:presLayoutVars>
          <dgm:chMax val="0"/>
          <dgm:chPref val="0"/>
        </dgm:presLayoutVars>
      </dgm:prSet>
      <dgm:spPr/>
    </dgm:pt>
    <dgm:pt modelId="{C032B030-6210-4BE4-87CF-E7C484035518}" type="pres">
      <dgm:prSet presAssocID="{E6223D33-E1D1-4897-B431-07CEFC9190E5}" presName="ChildAccent" presStyleLbl="solidFgAcc1" presStyleIdx="6" presStyleCnt="8"/>
      <dgm:spPr/>
    </dgm:pt>
    <dgm:pt modelId="{94120B8A-5CD7-4C88-8563-544BAA6FA200}" type="pres">
      <dgm:prSet presAssocID="{E6223D33-E1D1-4897-B431-07CEFC9190E5}" presName="Child" presStyleLbl="revTx" presStyleIdx="8" presStyleCnt="10">
        <dgm:presLayoutVars>
          <dgm:chMax val="0"/>
          <dgm:chPref val="0"/>
          <dgm:bulletEnabled val="1"/>
        </dgm:presLayoutVars>
      </dgm:prSet>
      <dgm:spPr/>
    </dgm:pt>
    <dgm:pt modelId="{4960800E-7B69-429E-B5D2-BAB9A772EA51}" type="pres">
      <dgm:prSet presAssocID="{CE998F9A-95B9-4322-9CE9-7F1AE422D7DF}" presName="childComposite" presStyleCnt="0">
        <dgm:presLayoutVars>
          <dgm:chMax val="0"/>
          <dgm:chPref val="0"/>
        </dgm:presLayoutVars>
      </dgm:prSet>
      <dgm:spPr/>
    </dgm:pt>
    <dgm:pt modelId="{D57E5058-72AF-4384-ABE0-089F198BEE59}" type="pres">
      <dgm:prSet presAssocID="{CE998F9A-95B9-4322-9CE9-7F1AE422D7DF}" presName="ChildAccent" presStyleLbl="solidFgAcc1" presStyleIdx="7" presStyleCnt="8"/>
      <dgm:spPr/>
    </dgm:pt>
    <dgm:pt modelId="{FEA4C3A1-09D0-4CC8-883A-645F607583EE}" type="pres">
      <dgm:prSet presAssocID="{CE998F9A-95B9-4322-9CE9-7F1AE422D7DF}" presName="Child" presStyleLbl="revTx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8A2690F-D759-4294-9E73-F0A4CE1F635E}" srcId="{C685F214-A892-41CD-BB0E-4CB1E7C68FB9}" destId="{CE998F9A-95B9-4322-9CE9-7F1AE422D7DF}" srcOrd="3" destOrd="0" parTransId="{1244A620-75D8-421F-8BB2-B16DCEA3A8B9}" sibTransId="{048658AB-F973-4BA2-ACE6-F240F09A784C}"/>
    <dgm:cxn modelId="{4BBCA61D-4006-42B2-BB7D-A236A62CC22B}" type="presOf" srcId="{CE998F9A-95B9-4322-9CE9-7F1AE422D7DF}" destId="{FEA4C3A1-09D0-4CC8-883A-645F607583EE}" srcOrd="0" destOrd="0" presId="urn:microsoft.com/office/officeart/2008/layout/SquareAccentList"/>
    <dgm:cxn modelId="{83F94927-1503-4A34-9107-9830CD8C7C1E}" srcId="{E7782567-7F0C-4E1B-AFCC-767AD976CFB4}" destId="{C685F214-A892-41CD-BB0E-4CB1E7C68FB9}" srcOrd="1" destOrd="0" parTransId="{17B83A87-DE40-4ED0-8D90-9773642C9C42}" sibTransId="{EA9CD64D-AE8C-495C-8BCC-80E287C33A9D}"/>
    <dgm:cxn modelId="{F6B8C52A-2BE2-4558-94B4-F228E907B953}" srcId="{EF45C61B-EBD1-4A04-995D-066A8FAE44AC}" destId="{67190E1C-53FD-4BC7-B55D-6CD5B241739A}" srcOrd="3" destOrd="0" parTransId="{13D5EF2D-9661-4C6D-AB73-465FAF211C4C}" sibTransId="{78F2A89A-D333-4659-9F07-25E2BE6AA3EC}"/>
    <dgm:cxn modelId="{10CB6735-6608-4F6D-8AB9-267840F874DB}" srcId="{EF45C61B-EBD1-4A04-995D-066A8FAE44AC}" destId="{59264E6D-2D7E-40B5-A983-121715ABF83F}" srcOrd="0" destOrd="0" parTransId="{7F3DC717-D194-4775-B0EF-703D1E8B111B}" sibTransId="{1C42D1B3-8D5E-4335-BC07-2E44F89E03FD}"/>
    <dgm:cxn modelId="{077C4136-F896-42CE-BCF1-92EBFE2E5F04}" type="presOf" srcId="{E290C1AA-E019-415A-B2CA-3C1A66BBA722}" destId="{AE1FB5A8-8BEA-4D8C-9EB7-8C9EBB81B1ED}" srcOrd="0" destOrd="0" presId="urn:microsoft.com/office/officeart/2008/layout/SquareAccentList"/>
    <dgm:cxn modelId="{F73CF338-FB4D-4127-95FF-7A48F60211D0}" type="presOf" srcId="{E7782567-7F0C-4E1B-AFCC-767AD976CFB4}" destId="{C48CF606-D1D8-4EF5-99A2-DE715D2EB9E8}" srcOrd="0" destOrd="0" presId="urn:microsoft.com/office/officeart/2008/layout/SquareAccentList"/>
    <dgm:cxn modelId="{AF87CF3F-57A0-4BB7-A0EC-212FCCB7967F}" srcId="{C685F214-A892-41CD-BB0E-4CB1E7C68FB9}" destId="{E6223D33-E1D1-4897-B431-07CEFC9190E5}" srcOrd="2" destOrd="0" parTransId="{80CEED69-AB3D-449B-A59D-EEC9C394268B}" sibTransId="{9DFB576C-ECC6-4632-877C-5DC8960B139F}"/>
    <dgm:cxn modelId="{83D0BA60-A02B-4F43-9F39-B9D6DA5B3098}" srcId="{C685F214-A892-41CD-BB0E-4CB1E7C68FB9}" destId="{E290C1AA-E019-415A-B2CA-3C1A66BBA722}" srcOrd="1" destOrd="0" parTransId="{F77214D1-9643-4BE4-A66E-60E30E1B61AD}" sibTransId="{484AC931-DCBA-41D1-BA0C-138786493AB3}"/>
    <dgm:cxn modelId="{1349FB64-D1B8-4661-BCAE-70804AF51F24}" type="presOf" srcId="{21A45174-AD5C-4E26-A312-CAAF5AE81AFB}" destId="{77989C46-FF9C-49C6-93CD-36B18D05C2AF}" srcOrd="0" destOrd="0" presId="urn:microsoft.com/office/officeart/2008/layout/SquareAccentList"/>
    <dgm:cxn modelId="{E32F3268-0BEE-495E-8FB2-DD025B3CB8C2}" srcId="{EF45C61B-EBD1-4A04-995D-066A8FAE44AC}" destId="{0C326B18-7484-4D8B-8C79-88215AEC6E44}" srcOrd="2" destOrd="0" parTransId="{A14788AA-C096-4A9D-B695-406ACA2C9249}" sibTransId="{6186F24B-9C37-47CC-A57A-F0868B91982F}"/>
    <dgm:cxn modelId="{A7819F7A-EF9F-40AC-9F2A-11AF9B95AEBB}" type="presOf" srcId="{E6223D33-E1D1-4897-B431-07CEFC9190E5}" destId="{94120B8A-5CD7-4C88-8563-544BAA6FA200}" srcOrd="0" destOrd="0" presId="urn:microsoft.com/office/officeart/2008/layout/SquareAccentList"/>
    <dgm:cxn modelId="{E41B2A80-55DD-407B-981B-1B41EE2A56E3}" type="presOf" srcId="{67190E1C-53FD-4BC7-B55D-6CD5B241739A}" destId="{5EFD410D-026C-4764-904F-02B87F066C19}" srcOrd="0" destOrd="0" presId="urn:microsoft.com/office/officeart/2008/layout/SquareAccentList"/>
    <dgm:cxn modelId="{4D594080-5318-4309-AFA0-95D294D97481}" type="presOf" srcId="{27549190-6A19-484D-904E-9D82E0867431}" destId="{25EB476F-A9D6-498A-A174-DD7564865ABB}" srcOrd="0" destOrd="0" presId="urn:microsoft.com/office/officeart/2008/layout/SquareAccentList"/>
    <dgm:cxn modelId="{33602B9C-465F-4152-B2E6-81530D92C39B}" type="presOf" srcId="{0C326B18-7484-4D8B-8C79-88215AEC6E44}" destId="{3B04EBF1-6550-4A27-9620-A7B1B2A49EA2}" srcOrd="0" destOrd="0" presId="urn:microsoft.com/office/officeart/2008/layout/SquareAccentList"/>
    <dgm:cxn modelId="{B0DD9EA7-4A9E-4F40-A805-FF88CE934EE4}" srcId="{C685F214-A892-41CD-BB0E-4CB1E7C68FB9}" destId="{27549190-6A19-484D-904E-9D82E0867431}" srcOrd="0" destOrd="0" parTransId="{48363AE3-4E03-493E-B483-3FF906570741}" sibTransId="{03C54AB1-A28C-47D3-8A35-8C9CF7A58AAC}"/>
    <dgm:cxn modelId="{1D3287C4-B75A-4990-8FEF-F6F3136610AB}" type="presOf" srcId="{C685F214-A892-41CD-BB0E-4CB1E7C68FB9}" destId="{7D940D72-52B5-4928-B173-33A9459AE753}" srcOrd="0" destOrd="0" presId="urn:microsoft.com/office/officeart/2008/layout/SquareAccentList"/>
    <dgm:cxn modelId="{09A1EFDD-E037-4EAD-86C1-FDBF837D0910}" srcId="{EF45C61B-EBD1-4A04-995D-066A8FAE44AC}" destId="{21A45174-AD5C-4E26-A312-CAAF5AE81AFB}" srcOrd="1" destOrd="0" parTransId="{BB3B4CE1-BCA1-4142-BCE6-83F168285BC1}" sibTransId="{8A479F47-1B95-45D4-B59C-27E8745074AD}"/>
    <dgm:cxn modelId="{6AD68DE7-05D0-4BBA-A950-E69BFBC33D96}" type="presOf" srcId="{EF45C61B-EBD1-4A04-995D-066A8FAE44AC}" destId="{744A6F30-DE5D-45DA-A0D4-10CBAD3A20D8}" srcOrd="0" destOrd="0" presId="urn:microsoft.com/office/officeart/2008/layout/SquareAccentList"/>
    <dgm:cxn modelId="{83B373EF-B4AB-43CC-B2EA-4D23087B5914}" type="presOf" srcId="{59264E6D-2D7E-40B5-A983-121715ABF83F}" destId="{69200785-11A9-4BDB-956D-A645CB48BD15}" srcOrd="0" destOrd="0" presId="urn:microsoft.com/office/officeart/2008/layout/SquareAccentList"/>
    <dgm:cxn modelId="{CA7756FC-C903-42D3-A412-62E8D102EA3C}" srcId="{E7782567-7F0C-4E1B-AFCC-767AD976CFB4}" destId="{EF45C61B-EBD1-4A04-995D-066A8FAE44AC}" srcOrd="0" destOrd="0" parTransId="{8C8FF855-6CF1-4567-885F-8ABF83749828}" sibTransId="{40BC6645-AB5E-4153-B9E0-282EB567B282}"/>
    <dgm:cxn modelId="{461DA1EB-B7D8-4E03-94BC-BE7314DC15C7}" type="presParOf" srcId="{C48CF606-D1D8-4EF5-99A2-DE715D2EB9E8}" destId="{D24DD557-F549-4A40-A436-230CE6E01E13}" srcOrd="0" destOrd="0" presId="urn:microsoft.com/office/officeart/2008/layout/SquareAccentList"/>
    <dgm:cxn modelId="{81CCB0F6-E095-42B8-AE8D-FF167ED5A006}" type="presParOf" srcId="{D24DD557-F549-4A40-A436-230CE6E01E13}" destId="{68C3B372-6A9B-438C-BD48-A8E4F0AE46AB}" srcOrd="0" destOrd="0" presId="urn:microsoft.com/office/officeart/2008/layout/SquareAccentList"/>
    <dgm:cxn modelId="{13759D6E-106E-4639-AC35-8CEC5542A118}" type="presParOf" srcId="{68C3B372-6A9B-438C-BD48-A8E4F0AE46AB}" destId="{ED0EAC36-3AC5-404C-9989-E49A3B2F5751}" srcOrd="0" destOrd="0" presId="urn:microsoft.com/office/officeart/2008/layout/SquareAccentList"/>
    <dgm:cxn modelId="{CEEE16BE-08FA-4A0A-90A2-FA25696329F9}" type="presParOf" srcId="{68C3B372-6A9B-438C-BD48-A8E4F0AE46AB}" destId="{DDF8383B-71F2-4F10-AAC3-8FE514C617FF}" srcOrd="1" destOrd="0" presId="urn:microsoft.com/office/officeart/2008/layout/SquareAccentList"/>
    <dgm:cxn modelId="{CE7DBFA7-4924-45B5-8759-85BF4AF12E67}" type="presParOf" srcId="{68C3B372-6A9B-438C-BD48-A8E4F0AE46AB}" destId="{744A6F30-DE5D-45DA-A0D4-10CBAD3A20D8}" srcOrd="2" destOrd="0" presId="urn:microsoft.com/office/officeart/2008/layout/SquareAccentList"/>
    <dgm:cxn modelId="{3C8135F4-87DB-4269-9737-32F1B3EF7058}" type="presParOf" srcId="{D24DD557-F549-4A40-A436-230CE6E01E13}" destId="{27E875C0-D6E3-4F85-BBC5-A2406119CFDF}" srcOrd="1" destOrd="0" presId="urn:microsoft.com/office/officeart/2008/layout/SquareAccentList"/>
    <dgm:cxn modelId="{F3FFA6C3-5455-4601-9408-4085B01558F7}" type="presParOf" srcId="{27E875C0-D6E3-4F85-BBC5-A2406119CFDF}" destId="{C4A9629F-BCD8-408C-8DDA-6BEFC2549889}" srcOrd="0" destOrd="0" presId="urn:microsoft.com/office/officeart/2008/layout/SquareAccentList"/>
    <dgm:cxn modelId="{3CCBCEAC-2745-490D-A792-B0585D055642}" type="presParOf" srcId="{C4A9629F-BCD8-408C-8DDA-6BEFC2549889}" destId="{F387409A-99D8-404D-9768-703325E96458}" srcOrd="0" destOrd="0" presId="urn:microsoft.com/office/officeart/2008/layout/SquareAccentList"/>
    <dgm:cxn modelId="{9AD1B7D8-C8BD-45B0-89EA-476900A0AF40}" type="presParOf" srcId="{C4A9629F-BCD8-408C-8DDA-6BEFC2549889}" destId="{69200785-11A9-4BDB-956D-A645CB48BD15}" srcOrd="1" destOrd="0" presId="urn:microsoft.com/office/officeart/2008/layout/SquareAccentList"/>
    <dgm:cxn modelId="{E741F32D-9763-4000-8687-41FDE81B9D8F}" type="presParOf" srcId="{27E875C0-D6E3-4F85-BBC5-A2406119CFDF}" destId="{9FEAEF0B-D370-4ED1-A79D-B808B253BDF8}" srcOrd="1" destOrd="0" presId="urn:microsoft.com/office/officeart/2008/layout/SquareAccentList"/>
    <dgm:cxn modelId="{8C3F027D-B32A-4F71-B6BA-2DD107AE00AB}" type="presParOf" srcId="{9FEAEF0B-D370-4ED1-A79D-B808B253BDF8}" destId="{B1BE9BA1-3413-49E0-A442-06E23A5B83BF}" srcOrd="0" destOrd="0" presId="urn:microsoft.com/office/officeart/2008/layout/SquareAccentList"/>
    <dgm:cxn modelId="{5AC12A23-E3FD-4C56-B5ED-EFE51E28A363}" type="presParOf" srcId="{9FEAEF0B-D370-4ED1-A79D-B808B253BDF8}" destId="{77989C46-FF9C-49C6-93CD-36B18D05C2AF}" srcOrd="1" destOrd="0" presId="urn:microsoft.com/office/officeart/2008/layout/SquareAccentList"/>
    <dgm:cxn modelId="{3650DC34-C9C1-4A3B-8809-23F9D5B88B1A}" type="presParOf" srcId="{27E875C0-D6E3-4F85-BBC5-A2406119CFDF}" destId="{3B1294D2-55C5-43E7-B573-DD1679CFEF64}" srcOrd="2" destOrd="0" presId="urn:microsoft.com/office/officeart/2008/layout/SquareAccentList"/>
    <dgm:cxn modelId="{829EE643-5402-4EAB-95B4-C545CEFE1066}" type="presParOf" srcId="{3B1294D2-55C5-43E7-B573-DD1679CFEF64}" destId="{9660A99A-9A63-4057-A56E-3FE352440D23}" srcOrd="0" destOrd="0" presId="urn:microsoft.com/office/officeart/2008/layout/SquareAccentList"/>
    <dgm:cxn modelId="{7DA83156-BBA3-49E8-B0CA-DC7AE09E8707}" type="presParOf" srcId="{3B1294D2-55C5-43E7-B573-DD1679CFEF64}" destId="{3B04EBF1-6550-4A27-9620-A7B1B2A49EA2}" srcOrd="1" destOrd="0" presId="urn:microsoft.com/office/officeart/2008/layout/SquareAccentList"/>
    <dgm:cxn modelId="{FD02964A-E82A-47C3-AACD-97529979B5A9}" type="presParOf" srcId="{27E875C0-D6E3-4F85-BBC5-A2406119CFDF}" destId="{6C16379F-B2D9-483B-AEF8-465669BFB871}" srcOrd="3" destOrd="0" presId="urn:microsoft.com/office/officeart/2008/layout/SquareAccentList"/>
    <dgm:cxn modelId="{A8AD937D-DEAF-4741-A2D8-9F52F2466C22}" type="presParOf" srcId="{6C16379F-B2D9-483B-AEF8-465669BFB871}" destId="{BBA7A77A-9893-4B21-8E88-A5823B9ECAAB}" srcOrd="0" destOrd="0" presId="urn:microsoft.com/office/officeart/2008/layout/SquareAccentList"/>
    <dgm:cxn modelId="{B2816A37-C492-4FF7-A86A-C798707A4D27}" type="presParOf" srcId="{6C16379F-B2D9-483B-AEF8-465669BFB871}" destId="{5EFD410D-026C-4764-904F-02B87F066C19}" srcOrd="1" destOrd="0" presId="urn:microsoft.com/office/officeart/2008/layout/SquareAccentList"/>
    <dgm:cxn modelId="{837F1D8D-D4F6-4BE4-8DFF-2B3F95063483}" type="presParOf" srcId="{C48CF606-D1D8-4EF5-99A2-DE715D2EB9E8}" destId="{75E96F2F-DEF3-4C1B-8DB0-AB78499AF6D4}" srcOrd="1" destOrd="0" presId="urn:microsoft.com/office/officeart/2008/layout/SquareAccentList"/>
    <dgm:cxn modelId="{5359DC0E-815F-4860-A8ED-428CB5FB2F63}" type="presParOf" srcId="{75E96F2F-DEF3-4C1B-8DB0-AB78499AF6D4}" destId="{86BF887D-BD9D-4DC4-9B5E-F1A8EECE9F48}" srcOrd="0" destOrd="0" presId="urn:microsoft.com/office/officeart/2008/layout/SquareAccentList"/>
    <dgm:cxn modelId="{F76511A1-13EA-4735-ADBC-D16B59FD02B4}" type="presParOf" srcId="{86BF887D-BD9D-4DC4-9B5E-F1A8EECE9F48}" destId="{EAA15EF4-CDB5-4069-A7F1-AF147CFCCB09}" srcOrd="0" destOrd="0" presId="urn:microsoft.com/office/officeart/2008/layout/SquareAccentList"/>
    <dgm:cxn modelId="{C3007496-03CB-442C-B08F-2F7F770EFB29}" type="presParOf" srcId="{86BF887D-BD9D-4DC4-9B5E-F1A8EECE9F48}" destId="{C52F1FD6-B239-4E73-BBC2-2CCCC321BD59}" srcOrd="1" destOrd="0" presId="urn:microsoft.com/office/officeart/2008/layout/SquareAccentList"/>
    <dgm:cxn modelId="{40DD28C5-A6FF-408B-A0E6-5C9EE370E4F4}" type="presParOf" srcId="{86BF887D-BD9D-4DC4-9B5E-F1A8EECE9F48}" destId="{7D940D72-52B5-4928-B173-33A9459AE753}" srcOrd="2" destOrd="0" presId="urn:microsoft.com/office/officeart/2008/layout/SquareAccentList"/>
    <dgm:cxn modelId="{73C2C171-08EF-4BAC-B558-6425A6B39B29}" type="presParOf" srcId="{75E96F2F-DEF3-4C1B-8DB0-AB78499AF6D4}" destId="{FE73CDAC-47D5-4F88-8DA9-D78004E53AA2}" srcOrd="1" destOrd="0" presId="urn:microsoft.com/office/officeart/2008/layout/SquareAccentList"/>
    <dgm:cxn modelId="{D2C585B3-9BFA-41A9-8E80-3856162E72C8}" type="presParOf" srcId="{FE73CDAC-47D5-4F88-8DA9-D78004E53AA2}" destId="{5DA6AB6E-CA9B-404A-8FB4-D08CAD60A060}" srcOrd="0" destOrd="0" presId="urn:microsoft.com/office/officeart/2008/layout/SquareAccentList"/>
    <dgm:cxn modelId="{A8DF1FA6-A341-497B-A187-7EBCC353A9CC}" type="presParOf" srcId="{5DA6AB6E-CA9B-404A-8FB4-D08CAD60A060}" destId="{9F8F8673-FFB6-43BD-B909-9236BD25280D}" srcOrd="0" destOrd="0" presId="urn:microsoft.com/office/officeart/2008/layout/SquareAccentList"/>
    <dgm:cxn modelId="{73F8A158-75BB-4FC7-8D89-C6966DE8BE93}" type="presParOf" srcId="{5DA6AB6E-CA9B-404A-8FB4-D08CAD60A060}" destId="{25EB476F-A9D6-498A-A174-DD7564865ABB}" srcOrd="1" destOrd="0" presId="urn:microsoft.com/office/officeart/2008/layout/SquareAccentList"/>
    <dgm:cxn modelId="{C40FC5E8-AC07-4F6D-B281-C1DF5319F216}" type="presParOf" srcId="{FE73CDAC-47D5-4F88-8DA9-D78004E53AA2}" destId="{B9C47CF6-983B-43F5-96CB-0EE6C7084026}" srcOrd="1" destOrd="0" presId="urn:microsoft.com/office/officeart/2008/layout/SquareAccentList"/>
    <dgm:cxn modelId="{37F7E5B8-0F2D-4D2B-9905-4CC9C17CF933}" type="presParOf" srcId="{B9C47CF6-983B-43F5-96CB-0EE6C7084026}" destId="{0C05B77A-1F70-4C84-8DA4-0F02FC6318E4}" srcOrd="0" destOrd="0" presId="urn:microsoft.com/office/officeart/2008/layout/SquareAccentList"/>
    <dgm:cxn modelId="{8E903455-01D5-4C40-A0F0-9D7DF3B8AF19}" type="presParOf" srcId="{B9C47CF6-983B-43F5-96CB-0EE6C7084026}" destId="{AE1FB5A8-8BEA-4D8C-9EB7-8C9EBB81B1ED}" srcOrd="1" destOrd="0" presId="urn:microsoft.com/office/officeart/2008/layout/SquareAccentList"/>
    <dgm:cxn modelId="{3A2DE07C-1023-43B0-8ADA-E585C1C453B7}" type="presParOf" srcId="{FE73CDAC-47D5-4F88-8DA9-D78004E53AA2}" destId="{9ED8B75F-7A96-48D1-88C7-DA7CC909DFE3}" srcOrd="2" destOrd="0" presId="urn:microsoft.com/office/officeart/2008/layout/SquareAccentList"/>
    <dgm:cxn modelId="{81D9AD32-91D1-4ABA-BAC0-80FE6FF6ED6E}" type="presParOf" srcId="{9ED8B75F-7A96-48D1-88C7-DA7CC909DFE3}" destId="{C032B030-6210-4BE4-87CF-E7C484035518}" srcOrd="0" destOrd="0" presId="urn:microsoft.com/office/officeart/2008/layout/SquareAccentList"/>
    <dgm:cxn modelId="{963996D9-E144-4355-B998-C942A9B5689E}" type="presParOf" srcId="{9ED8B75F-7A96-48D1-88C7-DA7CC909DFE3}" destId="{94120B8A-5CD7-4C88-8563-544BAA6FA200}" srcOrd="1" destOrd="0" presId="urn:microsoft.com/office/officeart/2008/layout/SquareAccentList"/>
    <dgm:cxn modelId="{1B8DDE2D-0BA9-42EC-992C-23D703DE6699}" type="presParOf" srcId="{FE73CDAC-47D5-4F88-8DA9-D78004E53AA2}" destId="{4960800E-7B69-429E-B5D2-BAB9A772EA51}" srcOrd="3" destOrd="0" presId="urn:microsoft.com/office/officeart/2008/layout/SquareAccentList"/>
    <dgm:cxn modelId="{F3F66F64-E8CB-46F5-9366-C4065D2F2A71}" type="presParOf" srcId="{4960800E-7B69-429E-B5D2-BAB9A772EA51}" destId="{D57E5058-72AF-4384-ABE0-089F198BEE59}" srcOrd="0" destOrd="0" presId="urn:microsoft.com/office/officeart/2008/layout/SquareAccentList"/>
    <dgm:cxn modelId="{96A2B59E-B8F2-4D1C-B99F-6B049CB8291D}" type="presParOf" srcId="{4960800E-7B69-429E-B5D2-BAB9A772EA51}" destId="{FEA4C3A1-09D0-4CC8-883A-645F607583EE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1D81C0-A4D2-4526-96AC-CE5CDDE7557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FDBAB4C-F7EB-4D48-B77C-5A233F3D024D}">
      <dgm:prSet/>
      <dgm:spPr/>
      <dgm:t>
        <a:bodyPr/>
        <a:lstStyle/>
        <a:p>
          <a:pPr>
            <a:buNone/>
          </a:pPr>
          <a:r>
            <a:rPr lang="en-US" dirty="0"/>
            <a:t>Successfully worked on real-world projects</a:t>
          </a:r>
          <a:endParaRPr lang="en-IN" dirty="0"/>
        </a:p>
      </dgm:t>
    </dgm:pt>
    <dgm:pt modelId="{C79E6C1A-24DE-4A19-8E9D-15E2FE0ED049}" type="parTrans" cxnId="{D23BE3A6-166A-45BE-9711-2B612BA21E58}">
      <dgm:prSet/>
      <dgm:spPr/>
      <dgm:t>
        <a:bodyPr/>
        <a:lstStyle/>
        <a:p>
          <a:endParaRPr lang="en-IN"/>
        </a:p>
      </dgm:t>
    </dgm:pt>
    <dgm:pt modelId="{1EC49DAA-9E0D-4244-9590-8C6650066F75}" type="sibTrans" cxnId="{D23BE3A6-166A-45BE-9711-2B612BA21E58}">
      <dgm:prSet/>
      <dgm:spPr/>
      <dgm:t>
        <a:bodyPr/>
        <a:lstStyle/>
        <a:p>
          <a:endParaRPr lang="en-IN"/>
        </a:p>
      </dgm:t>
    </dgm:pt>
    <dgm:pt modelId="{B788E14B-E2F7-4365-9E48-810A85944F4B}">
      <dgm:prSet phldrT="[Text]"/>
      <dgm:spPr/>
      <dgm:t>
        <a:bodyPr/>
        <a:lstStyle/>
        <a:p>
          <a:pPr>
            <a:buNone/>
          </a:pPr>
          <a:r>
            <a:rPr lang="en-IN" dirty="0"/>
            <a:t>Contributed to live applications</a:t>
          </a:r>
        </a:p>
      </dgm:t>
    </dgm:pt>
    <dgm:pt modelId="{96709459-D7D6-4524-B091-123ACCE4EE10}" type="parTrans" cxnId="{86AB356C-9122-4164-BA77-BAE774A7D8C0}">
      <dgm:prSet/>
      <dgm:spPr/>
      <dgm:t>
        <a:bodyPr/>
        <a:lstStyle/>
        <a:p>
          <a:endParaRPr lang="en-IN"/>
        </a:p>
      </dgm:t>
    </dgm:pt>
    <dgm:pt modelId="{EDF7EAEE-AF55-43B0-B2C3-A6F679E0AECE}" type="sibTrans" cxnId="{86AB356C-9122-4164-BA77-BAE774A7D8C0}">
      <dgm:prSet/>
      <dgm:spPr/>
      <dgm:t>
        <a:bodyPr/>
        <a:lstStyle/>
        <a:p>
          <a:endParaRPr lang="en-IN"/>
        </a:p>
      </dgm:t>
    </dgm:pt>
    <dgm:pt modelId="{24129D69-000C-42BC-A725-C46629A05E33}">
      <dgm:prSet phldrT="[Text]"/>
      <dgm:spPr/>
      <dgm:t>
        <a:bodyPr/>
        <a:lstStyle/>
        <a:p>
          <a:pPr>
            <a:buNone/>
          </a:pPr>
          <a:r>
            <a:rPr lang="en-IN" dirty="0"/>
            <a:t>Gained </a:t>
          </a:r>
          <a:r>
            <a:rPr lang="en-IN"/>
            <a:t>industry-level experience</a:t>
          </a:r>
          <a:endParaRPr lang="en-IN" dirty="0"/>
        </a:p>
      </dgm:t>
    </dgm:pt>
    <dgm:pt modelId="{819C4FA6-1A05-4E27-B921-D96F521B470F}" type="parTrans" cxnId="{AB905C03-3C97-4E23-B4EA-8941AF50AF3E}">
      <dgm:prSet/>
      <dgm:spPr/>
      <dgm:t>
        <a:bodyPr/>
        <a:lstStyle/>
        <a:p>
          <a:endParaRPr lang="en-IN"/>
        </a:p>
      </dgm:t>
    </dgm:pt>
    <dgm:pt modelId="{5D43447F-82D2-47A2-9C66-79C4B805CAD7}" type="sibTrans" cxnId="{AB905C03-3C97-4E23-B4EA-8941AF50AF3E}">
      <dgm:prSet/>
      <dgm:spPr/>
      <dgm:t>
        <a:bodyPr/>
        <a:lstStyle/>
        <a:p>
          <a:endParaRPr lang="en-IN"/>
        </a:p>
      </dgm:t>
    </dgm:pt>
    <dgm:pt modelId="{D6C9C851-7537-46C2-9012-6141C5CC477C}">
      <dgm:prSet phldrT="[Text]"/>
      <dgm:spPr/>
      <dgm:t>
        <a:bodyPr/>
        <a:lstStyle/>
        <a:p>
          <a:pPr>
            <a:buNone/>
          </a:pPr>
          <a:r>
            <a:rPr lang="en-US"/>
            <a:t>Improved technical and professional skills</a:t>
          </a:r>
          <a:endParaRPr lang="en-IN" dirty="0"/>
        </a:p>
      </dgm:t>
    </dgm:pt>
    <dgm:pt modelId="{47A502C3-5D4C-4745-95B3-1EFEF71FAF2E}" type="parTrans" cxnId="{C1FEC98D-F286-46F1-8C18-E5E913D1D79F}">
      <dgm:prSet/>
      <dgm:spPr/>
      <dgm:t>
        <a:bodyPr/>
        <a:lstStyle/>
        <a:p>
          <a:endParaRPr lang="en-IN"/>
        </a:p>
      </dgm:t>
    </dgm:pt>
    <dgm:pt modelId="{E98518B2-F512-40EA-8BF3-F3FBF8BCFE47}" type="sibTrans" cxnId="{C1FEC98D-F286-46F1-8C18-E5E913D1D79F}">
      <dgm:prSet/>
      <dgm:spPr/>
      <dgm:t>
        <a:bodyPr/>
        <a:lstStyle/>
        <a:p>
          <a:endParaRPr lang="en-IN"/>
        </a:p>
      </dgm:t>
    </dgm:pt>
    <dgm:pt modelId="{15771217-7FCA-4C42-A020-6EB7E7D679BA}" type="pres">
      <dgm:prSet presAssocID="{841D81C0-A4D2-4526-96AC-CE5CDDE75574}" presName="diagram" presStyleCnt="0">
        <dgm:presLayoutVars>
          <dgm:dir/>
          <dgm:resizeHandles val="exact"/>
        </dgm:presLayoutVars>
      </dgm:prSet>
      <dgm:spPr/>
    </dgm:pt>
    <dgm:pt modelId="{D753BE56-CF79-43F8-8F30-07693231E4B3}" type="pres">
      <dgm:prSet presAssocID="{9FDBAB4C-F7EB-4D48-B77C-5A233F3D024D}" presName="node" presStyleLbl="node1" presStyleIdx="0" presStyleCnt="4">
        <dgm:presLayoutVars>
          <dgm:bulletEnabled val="1"/>
        </dgm:presLayoutVars>
      </dgm:prSet>
      <dgm:spPr/>
    </dgm:pt>
    <dgm:pt modelId="{E22FA3DE-4398-4BB3-B8AC-23832AE30659}" type="pres">
      <dgm:prSet presAssocID="{1EC49DAA-9E0D-4244-9590-8C6650066F75}" presName="sibTrans" presStyleCnt="0"/>
      <dgm:spPr/>
    </dgm:pt>
    <dgm:pt modelId="{98467D52-3E0B-4146-919E-BD74BC6A250C}" type="pres">
      <dgm:prSet presAssocID="{D6C9C851-7537-46C2-9012-6141C5CC477C}" presName="node" presStyleLbl="node1" presStyleIdx="1" presStyleCnt="4">
        <dgm:presLayoutVars>
          <dgm:bulletEnabled val="1"/>
        </dgm:presLayoutVars>
      </dgm:prSet>
      <dgm:spPr/>
    </dgm:pt>
    <dgm:pt modelId="{3A763071-A63D-4A20-8CB1-628D783B569C}" type="pres">
      <dgm:prSet presAssocID="{E98518B2-F512-40EA-8BF3-F3FBF8BCFE47}" presName="sibTrans" presStyleCnt="0"/>
      <dgm:spPr/>
    </dgm:pt>
    <dgm:pt modelId="{A145FF17-60B3-4797-8588-48F915BCC01D}" type="pres">
      <dgm:prSet presAssocID="{B788E14B-E2F7-4365-9E48-810A85944F4B}" presName="node" presStyleLbl="node1" presStyleIdx="2" presStyleCnt="4">
        <dgm:presLayoutVars>
          <dgm:bulletEnabled val="1"/>
        </dgm:presLayoutVars>
      </dgm:prSet>
      <dgm:spPr/>
    </dgm:pt>
    <dgm:pt modelId="{DD57521D-2862-459F-9996-65089C8F0D76}" type="pres">
      <dgm:prSet presAssocID="{EDF7EAEE-AF55-43B0-B2C3-A6F679E0AECE}" presName="sibTrans" presStyleCnt="0"/>
      <dgm:spPr/>
    </dgm:pt>
    <dgm:pt modelId="{3EBF00C5-B6FA-4C24-B48C-C4A87DD70657}" type="pres">
      <dgm:prSet presAssocID="{24129D69-000C-42BC-A725-C46629A05E33}" presName="node" presStyleLbl="node1" presStyleIdx="3" presStyleCnt="4">
        <dgm:presLayoutVars>
          <dgm:bulletEnabled val="1"/>
        </dgm:presLayoutVars>
      </dgm:prSet>
      <dgm:spPr/>
    </dgm:pt>
  </dgm:ptLst>
  <dgm:cxnLst>
    <dgm:cxn modelId="{AB905C03-3C97-4E23-B4EA-8941AF50AF3E}" srcId="{841D81C0-A4D2-4526-96AC-CE5CDDE75574}" destId="{24129D69-000C-42BC-A725-C46629A05E33}" srcOrd="3" destOrd="0" parTransId="{819C4FA6-1A05-4E27-B921-D96F521B470F}" sibTransId="{5D43447F-82D2-47A2-9C66-79C4B805CAD7}"/>
    <dgm:cxn modelId="{63EBCF65-8C86-421B-9FA3-AC20FDB184EA}" type="presOf" srcId="{D6C9C851-7537-46C2-9012-6141C5CC477C}" destId="{98467D52-3E0B-4146-919E-BD74BC6A250C}" srcOrd="0" destOrd="0" presId="urn:microsoft.com/office/officeart/2005/8/layout/default"/>
    <dgm:cxn modelId="{86AB356C-9122-4164-BA77-BAE774A7D8C0}" srcId="{841D81C0-A4D2-4526-96AC-CE5CDDE75574}" destId="{B788E14B-E2F7-4365-9E48-810A85944F4B}" srcOrd="2" destOrd="0" parTransId="{96709459-D7D6-4524-B091-123ACCE4EE10}" sibTransId="{EDF7EAEE-AF55-43B0-B2C3-A6F679E0AECE}"/>
    <dgm:cxn modelId="{908FEE82-49E1-45ED-8911-91A32A6D92CB}" type="presOf" srcId="{9FDBAB4C-F7EB-4D48-B77C-5A233F3D024D}" destId="{D753BE56-CF79-43F8-8F30-07693231E4B3}" srcOrd="0" destOrd="0" presId="urn:microsoft.com/office/officeart/2005/8/layout/default"/>
    <dgm:cxn modelId="{7FCC3688-F6BA-4E9B-8E6E-4BBD3021C37C}" type="presOf" srcId="{24129D69-000C-42BC-A725-C46629A05E33}" destId="{3EBF00C5-B6FA-4C24-B48C-C4A87DD70657}" srcOrd="0" destOrd="0" presId="urn:microsoft.com/office/officeart/2005/8/layout/default"/>
    <dgm:cxn modelId="{C1FEC98D-F286-46F1-8C18-E5E913D1D79F}" srcId="{841D81C0-A4D2-4526-96AC-CE5CDDE75574}" destId="{D6C9C851-7537-46C2-9012-6141C5CC477C}" srcOrd="1" destOrd="0" parTransId="{47A502C3-5D4C-4745-95B3-1EFEF71FAF2E}" sibTransId="{E98518B2-F512-40EA-8BF3-F3FBF8BCFE47}"/>
    <dgm:cxn modelId="{D23BE3A6-166A-45BE-9711-2B612BA21E58}" srcId="{841D81C0-A4D2-4526-96AC-CE5CDDE75574}" destId="{9FDBAB4C-F7EB-4D48-B77C-5A233F3D024D}" srcOrd="0" destOrd="0" parTransId="{C79E6C1A-24DE-4A19-8E9D-15E2FE0ED049}" sibTransId="{1EC49DAA-9E0D-4244-9590-8C6650066F75}"/>
    <dgm:cxn modelId="{0BAD44A8-3A2C-43AD-B812-120D89E8E53F}" type="presOf" srcId="{841D81C0-A4D2-4526-96AC-CE5CDDE75574}" destId="{15771217-7FCA-4C42-A020-6EB7E7D679BA}" srcOrd="0" destOrd="0" presId="urn:microsoft.com/office/officeart/2005/8/layout/default"/>
    <dgm:cxn modelId="{79B56CC9-7AE4-43C6-939C-05CDC24A9FB3}" type="presOf" srcId="{B788E14B-E2F7-4365-9E48-810A85944F4B}" destId="{A145FF17-60B3-4797-8588-48F915BCC01D}" srcOrd="0" destOrd="0" presId="urn:microsoft.com/office/officeart/2005/8/layout/default"/>
    <dgm:cxn modelId="{3F96BA76-AAA8-460A-B8F4-CEEA56E6171A}" type="presParOf" srcId="{15771217-7FCA-4C42-A020-6EB7E7D679BA}" destId="{D753BE56-CF79-43F8-8F30-07693231E4B3}" srcOrd="0" destOrd="0" presId="urn:microsoft.com/office/officeart/2005/8/layout/default"/>
    <dgm:cxn modelId="{6C304E70-198B-412D-868E-92653421D0FA}" type="presParOf" srcId="{15771217-7FCA-4C42-A020-6EB7E7D679BA}" destId="{E22FA3DE-4398-4BB3-B8AC-23832AE30659}" srcOrd="1" destOrd="0" presId="urn:microsoft.com/office/officeart/2005/8/layout/default"/>
    <dgm:cxn modelId="{3E00098F-F43F-484D-9955-7ED00CAD00A8}" type="presParOf" srcId="{15771217-7FCA-4C42-A020-6EB7E7D679BA}" destId="{98467D52-3E0B-4146-919E-BD74BC6A250C}" srcOrd="2" destOrd="0" presId="urn:microsoft.com/office/officeart/2005/8/layout/default"/>
    <dgm:cxn modelId="{FEF474E1-F28F-4696-8789-AB9471DC4738}" type="presParOf" srcId="{15771217-7FCA-4C42-A020-6EB7E7D679BA}" destId="{3A763071-A63D-4A20-8CB1-628D783B569C}" srcOrd="3" destOrd="0" presId="urn:microsoft.com/office/officeart/2005/8/layout/default"/>
    <dgm:cxn modelId="{4EABC883-9B04-4182-8D4A-AF23141D854B}" type="presParOf" srcId="{15771217-7FCA-4C42-A020-6EB7E7D679BA}" destId="{A145FF17-60B3-4797-8588-48F915BCC01D}" srcOrd="4" destOrd="0" presId="urn:microsoft.com/office/officeart/2005/8/layout/default"/>
    <dgm:cxn modelId="{CB99983A-A57D-4D90-AC4E-B853874C2502}" type="presParOf" srcId="{15771217-7FCA-4C42-A020-6EB7E7D679BA}" destId="{DD57521D-2862-459F-9996-65089C8F0D76}" srcOrd="5" destOrd="0" presId="urn:microsoft.com/office/officeart/2005/8/layout/default"/>
    <dgm:cxn modelId="{E92C5141-6B33-4909-922D-DBC66A02F2BF}" type="presParOf" srcId="{15771217-7FCA-4C42-A020-6EB7E7D679BA}" destId="{3EBF00C5-B6FA-4C24-B48C-C4A87DD7065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AD750-289A-4C21-8494-63BB984EA898}">
      <dsp:nvSpPr>
        <dsp:cNvPr id="0" name=""/>
        <dsp:cNvSpPr/>
      </dsp:nvSpPr>
      <dsp:spPr>
        <a:xfrm rot="16200000">
          <a:off x="-660197" y="662753"/>
          <a:ext cx="3834353" cy="250884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Develop responsive </a:t>
          </a:r>
          <a:r>
            <a:rPr lang="en-IN" sz="2900" kern="1200"/>
            <a:t>web interfaces</a:t>
          </a:r>
          <a:endParaRPr lang="en-IN" sz="2900" kern="1200" dirty="0"/>
        </a:p>
      </dsp:txBody>
      <dsp:txXfrm rot="5400000">
        <a:off x="2557" y="766870"/>
        <a:ext cx="2508845" cy="2300611"/>
      </dsp:txXfrm>
    </dsp:sp>
    <dsp:sp modelId="{764137B9-DF93-4CC4-9A0F-16D172779CA2}">
      <dsp:nvSpPr>
        <dsp:cNvPr id="0" name=""/>
        <dsp:cNvSpPr/>
      </dsp:nvSpPr>
      <dsp:spPr>
        <a:xfrm rot="16200000">
          <a:off x="2036811" y="662753"/>
          <a:ext cx="3834353" cy="250884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Build scalable systems using CMS</a:t>
          </a:r>
          <a:endParaRPr lang="en-IN" sz="2900" kern="1200" dirty="0"/>
        </a:p>
      </dsp:txBody>
      <dsp:txXfrm rot="5400000">
        <a:off x="2699565" y="766870"/>
        <a:ext cx="2508845" cy="2300611"/>
      </dsp:txXfrm>
    </dsp:sp>
    <dsp:sp modelId="{D22DB891-929A-429C-890D-58123D084B73}">
      <dsp:nvSpPr>
        <dsp:cNvPr id="0" name=""/>
        <dsp:cNvSpPr/>
      </dsp:nvSpPr>
      <dsp:spPr>
        <a:xfrm rot="16200000">
          <a:off x="4733820" y="662753"/>
          <a:ext cx="3834353" cy="250884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Improve UI/UX and accessibility</a:t>
          </a:r>
        </a:p>
      </dsp:txBody>
      <dsp:txXfrm rot="5400000">
        <a:off x="5396574" y="766870"/>
        <a:ext cx="2508845" cy="2300611"/>
      </dsp:txXfrm>
    </dsp:sp>
    <dsp:sp modelId="{280014CF-898A-438C-83C4-8E708BAEEB81}">
      <dsp:nvSpPr>
        <dsp:cNvPr id="0" name=""/>
        <dsp:cNvSpPr/>
      </dsp:nvSpPr>
      <dsp:spPr>
        <a:xfrm rot="16200000">
          <a:off x="7430829" y="662753"/>
          <a:ext cx="3834353" cy="250884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Ensure system stability via debugging</a:t>
          </a:r>
          <a:endParaRPr lang="en-IN" sz="2900" kern="1200" dirty="0"/>
        </a:p>
      </dsp:txBody>
      <dsp:txXfrm rot="5400000">
        <a:off x="8093583" y="766870"/>
        <a:ext cx="2508845" cy="2300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46503-3937-429C-8971-B6FE82F7F938}">
      <dsp:nvSpPr>
        <dsp:cNvPr id="0" name=""/>
        <dsp:cNvSpPr/>
      </dsp:nvSpPr>
      <dsp:spPr>
        <a:xfrm>
          <a:off x="0" y="4655859"/>
          <a:ext cx="9723225" cy="0"/>
        </a:xfrm>
        <a:prstGeom prst="line">
          <a:avLst/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A0A640-ECB5-407E-A970-F246A7F3B237}">
      <dsp:nvSpPr>
        <dsp:cNvPr id="0" name=""/>
        <dsp:cNvSpPr/>
      </dsp:nvSpPr>
      <dsp:spPr>
        <a:xfrm>
          <a:off x="0" y="2656201"/>
          <a:ext cx="9723225" cy="0"/>
        </a:xfrm>
        <a:prstGeom prst="line">
          <a:avLst/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B60EA-5DFF-4B73-942B-A0956EDD2B9A}">
      <dsp:nvSpPr>
        <dsp:cNvPr id="0" name=""/>
        <dsp:cNvSpPr/>
      </dsp:nvSpPr>
      <dsp:spPr>
        <a:xfrm>
          <a:off x="0" y="656544"/>
          <a:ext cx="9723225" cy="0"/>
        </a:xfrm>
        <a:prstGeom prst="line">
          <a:avLst/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361574-7A16-4625-9019-68478CE3BECD}">
      <dsp:nvSpPr>
        <dsp:cNvPr id="0" name=""/>
        <dsp:cNvSpPr/>
      </dsp:nvSpPr>
      <dsp:spPr>
        <a:xfrm>
          <a:off x="2528038" y="983"/>
          <a:ext cx="7195186" cy="6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Developed responsive websites</a:t>
          </a:r>
        </a:p>
      </dsp:txBody>
      <dsp:txXfrm>
        <a:off x="2528038" y="983"/>
        <a:ext cx="7195186" cy="655560"/>
      </dsp:txXfrm>
    </dsp:sp>
    <dsp:sp modelId="{37BC4E87-E764-45B1-BB8E-724E79B2118D}">
      <dsp:nvSpPr>
        <dsp:cNvPr id="0" name=""/>
        <dsp:cNvSpPr/>
      </dsp:nvSpPr>
      <dsp:spPr>
        <a:xfrm>
          <a:off x="0" y="983"/>
          <a:ext cx="2528038" cy="655560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Frontend Developer</a:t>
          </a:r>
        </a:p>
      </dsp:txBody>
      <dsp:txXfrm>
        <a:off x="32008" y="32991"/>
        <a:ext cx="2464022" cy="623552"/>
      </dsp:txXfrm>
    </dsp:sp>
    <dsp:sp modelId="{C4DB2129-8A8D-4D79-8A2A-8907D51E8635}">
      <dsp:nvSpPr>
        <dsp:cNvPr id="0" name=""/>
        <dsp:cNvSpPr/>
      </dsp:nvSpPr>
      <dsp:spPr>
        <a:xfrm>
          <a:off x="0" y="656544"/>
          <a:ext cx="9723225" cy="131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Next JS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React JS 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Tailwind</a:t>
          </a:r>
          <a:endParaRPr lang="en-IN" sz="1500" kern="1200" dirty="0"/>
        </a:p>
      </dsp:txBody>
      <dsp:txXfrm>
        <a:off x="0" y="656544"/>
        <a:ext cx="9723225" cy="1311318"/>
      </dsp:txXfrm>
    </dsp:sp>
    <dsp:sp modelId="{FFDA1F0A-E426-4269-96F7-308BF4EF3B3A}">
      <dsp:nvSpPr>
        <dsp:cNvPr id="0" name=""/>
        <dsp:cNvSpPr/>
      </dsp:nvSpPr>
      <dsp:spPr>
        <a:xfrm>
          <a:off x="2528038" y="2000641"/>
          <a:ext cx="7195186" cy="6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Integrated Sanity CMS</a:t>
          </a:r>
        </a:p>
      </dsp:txBody>
      <dsp:txXfrm>
        <a:off x="2528038" y="2000641"/>
        <a:ext cx="7195186" cy="655560"/>
      </dsp:txXfrm>
    </dsp:sp>
    <dsp:sp modelId="{6980EDAF-3DBB-4B1A-8133-086EF77B202C}">
      <dsp:nvSpPr>
        <dsp:cNvPr id="0" name=""/>
        <dsp:cNvSpPr/>
      </dsp:nvSpPr>
      <dsp:spPr>
        <a:xfrm>
          <a:off x="0" y="2000641"/>
          <a:ext cx="2528038" cy="655560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CMS Integrator</a:t>
          </a:r>
        </a:p>
      </dsp:txBody>
      <dsp:txXfrm>
        <a:off x="32008" y="2032649"/>
        <a:ext cx="2464022" cy="623552"/>
      </dsp:txXfrm>
    </dsp:sp>
    <dsp:sp modelId="{409B2484-ECFD-468E-8B60-A81D1E78CDBE}">
      <dsp:nvSpPr>
        <dsp:cNvPr id="0" name=""/>
        <dsp:cNvSpPr/>
      </dsp:nvSpPr>
      <dsp:spPr>
        <a:xfrm>
          <a:off x="0" y="2656201"/>
          <a:ext cx="9723225" cy="131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500" kern="1200" dirty="0"/>
            <a:t>Sanity CMS</a:t>
          </a:r>
        </a:p>
      </dsp:txBody>
      <dsp:txXfrm>
        <a:off x="0" y="2656201"/>
        <a:ext cx="9723225" cy="1311318"/>
      </dsp:txXfrm>
    </dsp:sp>
    <dsp:sp modelId="{4B7DA83A-490D-42C5-A728-10435189794A}">
      <dsp:nvSpPr>
        <dsp:cNvPr id="0" name=""/>
        <dsp:cNvSpPr/>
      </dsp:nvSpPr>
      <dsp:spPr>
        <a:xfrm>
          <a:off x="2528038" y="4000298"/>
          <a:ext cx="7195186" cy="6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Fixed bugs &amp; </a:t>
          </a:r>
          <a:r>
            <a:rPr lang="en-IN" sz="1900" kern="1200"/>
            <a:t>optimized performance</a:t>
          </a:r>
          <a:endParaRPr lang="en-IN" sz="1900" kern="1200" dirty="0"/>
        </a:p>
      </dsp:txBody>
      <dsp:txXfrm>
        <a:off x="2528038" y="4000298"/>
        <a:ext cx="7195186" cy="655560"/>
      </dsp:txXfrm>
    </dsp:sp>
    <dsp:sp modelId="{60775959-C3A5-46A2-85F2-BFFB4847C359}">
      <dsp:nvSpPr>
        <dsp:cNvPr id="0" name=""/>
        <dsp:cNvSpPr/>
      </dsp:nvSpPr>
      <dsp:spPr>
        <a:xfrm>
          <a:off x="0" y="4000298"/>
          <a:ext cx="2528038" cy="655560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Debugging &amp; QA</a:t>
          </a:r>
        </a:p>
      </dsp:txBody>
      <dsp:txXfrm>
        <a:off x="32008" y="4032306"/>
        <a:ext cx="2464022" cy="6235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0EAC36-3AC5-404C-9989-E49A3B2F5751}">
      <dsp:nvSpPr>
        <dsp:cNvPr id="0" name=""/>
        <dsp:cNvSpPr/>
      </dsp:nvSpPr>
      <dsp:spPr>
        <a:xfrm>
          <a:off x="88985" y="1075899"/>
          <a:ext cx="5090760" cy="598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8383B-71F2-4F10-AAC3-8FE514C617FF}">
      <dsp:nvSpPr>
        <dsp:cNvPr id="0" name=""/>
        <dsp:cNvSpPr/>
      </dsp:nvSpPr>
      <dsp:spPr>
        <a:xfrm>
          <a:off x="88985" y="1300826"/>
          <a:ext cx="373985" cy="3739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A6F30-DE5D-45DA-A0D4-10CBAD3A20D8}">
      <dsp:nvSpPr>
        <dsp:cNvPr id="0" name=""/>
        <dsp:cNvSpPr/>
      </dsp:nvSpPr>
      <dsp:spPr>
        <a:xfrm>
          <a:off x="88985" y="0"/>
          <a:ext cx="5090760" cy="1075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81280" rIns="121920" bIns="8128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400" kern="1200" dirty="0"/>
            <a:t>Challenges</a:t>
          </a:r>
        </a:p>
      </dsp:txBody>
      <dsp:txXfrm>
        <a:off x="88985" y="0"/>
        <a:ext cx="5090760" cy="1075899"/>
      </dsp:txXfrm>
    </dsp:sp>
    <dsp:sp modelId="{F387409A-99D8-404D-9768-703325E96458}">
      <dsp:nvSpPr>
        <dsp:cNvPr id="0" name=""/>
        <dsp:cNvSpPr/>
      </dsp:nvSpPr>
      <dsp:spPr>
        <a:xfrm>
          <a:off x="88985" y="2172576"/>
          <a:ext cx="373976" cy="3739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200785-11A9-4BDB-956D-A645CB48BD15}">
      <dsp:nvSpPr>
        <dsp:cNvPr id="0" name=""/>
        <dsp:cNvSpPr/>
      </dsp:nvSpPr>
      <dsp:spPr>
        <a:xfrm>
          <a:off x="445338" y="1923694"/>
          <a:ext cx="4734407" cy="871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Managing multiple projects</a:t>
          </a:r>
        </a:p>
      </dsp:txBody>
      <dsp:txXfrm>
        <a:off x="445338" y="1923694"/>
        <a:ext cx="4734407" cy="871739"/>
      </dsp:txXfrm>
    </dsp:sp>
    <dsp:sp modelId="{B1BE9BA1-3413-49E0-A442-06E23A5B83BF}">
      <dsp:nvSpPr>
        <dsp:cNvPr id="0" name=""/>
        <dsp:cNvSpPr/>
      </dsp:nvSpPr>
      <dsp:spPr>
        <a:xfrm>
          <a:off x="88985" y="3044316"/>
          <a:ext cx="373976" cy="3739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89C46-FF9C-49C6-93CD-36B18D05C2AF}">
      <dsp:nvSpPr>
        <dsp:cNvPr id="0" name=""/>
        <dsp:cNvSpPr/>
      </dsp:nvSpPr>
      <dsp:spPr>
        <a:xfrm>
          <a:off x="445338" y="2795434"/>
          <a:ext cx="4734407" cy="871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UI consistency issues</a:t>
          </a:r>
        </a:p>
      </dsp:txBody>
      <dsp:txXfrm>
        <a:off x="445338" y="2795434"/>
        <a:ext cx="4734407" cy="871739"/>
      </dsp:txXfrm>
    </dsp:sp>
    <dsp:sp modelId="{9660A99A-9A63-4057-A56E-3FE352440D23}">
      <dsp:nvSpPr>
        <dsp:cNvPr id="0" name=""/>
        <dsp:cNvSpPr/>
      </dsp:nvSpPr>
      <dsp:spPr>
        <a:xfrm>
          <a:off x="88985" y="3916056"/>
          <a:ext cx="373976" cy="3739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4EBF1-6550-4A27-9620-A7B1B2A49EA2}">
      <dsp:nvSpPr>
        <dsp:cNvPr id="0" name=""/>
        <dsp:cNvSpPr/>
      </dsp:nvSpPr>
      <dsp:spPr>
        <a:xfrm>
          <a:off x="445338" y="3667174"/>
          <a:ext cx="4734407" cy="871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CMS integration complexity</a:t>
          </a:r>
        </a:p>
      </dsp:txBody>
      <dsp:txXfrm>
        <a:off x="445338" y="3667174"/>
        <a:ext cx="4734407" cy="871739"/>
      </dsp:txXfrm>
    </dsp:sp>
    <dsp:sp modelId="{BBA7A77A-9893-4B21-8E88-A5823B9ECAAB}">
      <dsp:nvSpPr>
        <dsp:cNvPr id="0" name=""/>
        <dsp:cNvSpPr/>
      </dsp:nvSpPr>
      <dsp:spPr>
        <a:xfrm>
          <a:off x="88985" y="4787795"/>
          <a:ext cx="373976" cy="3739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D410D-026C-4764-904F-02B87F066C19}">
      <dsp:nvSpPr>
        <dsp:cNvPr id="0" name=""/>
        <dsp:cNvSpPr/>
      </dsp:nvSpPr>
      <dsp:spPr>
        <a:xfrm>
          <a:off x="445338" y="4538914"/>
          <a:ext cx="4734407" cy="871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Debugging production bugs</a:t>
          </a:r>
          <a:endParaRPr lang="en-IN" sz="2100" kern="1200" dirty="0"/>
        </a:p>
      </dsp:txBody>
      <dsp:txXfrm>
        <a:off x="445338" y="4538914"/>
        <a:ext cx="4734407" cy="871739"/>
      </dsp:txXfrm>
    </dsp:sp>
    <dsp:sp modelId="{EAA15EF4-CDB5-4069-A7F1-AF147CFCCB09}">
      <dsp:nvSpPr>
        <dsp:cNvPr id="0" name=""/>
        <dsp:cNvSpPr/>
      </dsp:nvSpPr>
      <dsp:spPr>
        <a:xfrm>
          <a:off x="5434283" y="1075899"/>
          <a:ext cx="5090760" cy="598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F1FD6-B239-4E73-BBC2-2CCCC321BD59}">
      <dsp:nvSpPr>
        <dsp:cNvPr id="0" name=""/>
        <dsp:cNvSpPr/>
      </dsp:nvSpPr>
      <dsp:spPr>
        <a:xfrm>
          <a:off x="5434283" y="1300826"/>
          <a:ext cx="373985" cy="3739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40D72-52B5-4928-B173-33A9459AE753}">
      <dsp:nvSpPr>
        <dsp:cNvPr id="0" name=""/>
        <dsp:cNvSpPr/>
      </dsp:nvSpPr>
      <dsp:spPr>
        <a:xfrm>
          <a:off x="5434283" y="0"/>
          <a:ext cx="5090760" cy="1075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81280" rIns="121920" bIns="8128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400" kern="1200" dirty="0"/>
            <a:t>Solutions</a:t>
          </a:r>
        </a:p>
      </dsp:txBody>
      <dsp:txXfrm>
        <a:off x="5434283" y="0"/>
        <a:ext cx="5090760" cy="1075899"/>
      </dsp:txXfrm>
    </dsp:sp>
    <dsp:sp modelId="{9F8F8673-FFB6-43BD-B909-9236BD25280D}">
      <dsp:nvSpPr>
        <dsp:cNvPr id="0" name=""/>
        <dsp:cNvSpPr/>
      </dsp:nvSpPr>
      <dsp:spPr>
        <a:xfrm>
          <a:off x="5434283" y="2172576"/>
          <a:ext cx="373976" cy="3739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B476F-A9D6-498A-A174-DD7564865ABB}">
      <dsp:nvSpPr>
        <dsp:cNvPr id="0" name=""/>
        <dsp:cNvSpPr/>
      </dsp:nvSpPr>
      <dsp:spPr>
        <a:xfrm>
          <a:off x="5790636" y="1923694"/>
          <a:ext cx="4734407" cy="871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Task prioritization</a:t>
          </a:r>
        </a:p>
      </dsp:txBody>
      <dsp:txXfrm>
        <a:off x="5790636" y="1923694"/>
        <a:ext cx="4734407" cy="871739"/>
      </dsp:txXfrm>
    </dsp:sp>
    <dsp:sp modelId="{0C05B77A-1F70-4C84-8DA4-0F02FC6318E4}">
      <dsp:nvSpPr>
        <dsp:cNvPr id="0" name=""/>
        <dsp:cNvSpPr/>
      </dsp:nvSpPr>
      <dsp:spPr>
        <a:xfrm>
          <a:off x="5434283" y="3044316"/>
          <a:ext cx="373976" cy="3739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FB5A8-8BEA-4D8C-9EB7-8C9EBB81B1ED}">
      <dsp:nvSpPr>
        <dsp:cNvPr id="0" name=""/>
        <dsp:cNvSpPr/>
      </dsp:nvSpPr>
      <dsp:spPr>
        <a:xfrm>
          <a:off x="5790636" y="2795434"/>
          <a:ext cx="4734407" cy="871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Component-based design</a:t>
          </a:r>
        </a:p>
      </dsp:txBody>
      <dsp:txXfrm>
        <a:off x="5790636" y="2795434"/>
        <a:ext cx="4734407" cy="871739"/>
      </dsp:txXfrm>
    </dsp:sp>
    <dsp:sp modelId="{C032B030-6210-4BE4-87CF-E7C484035518}">
      <dsp:nvSpPr>
        <dsp:cNvPr id="0" name=""/>
        <dsp:cNvSpPr/>
      </dsp:nvSpPr>
      <dsp:spPr>
        <a:xfrm>
          <a:off x="5434283" y="3916056"/>
          <a:ext cx="373976" cy="3739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20B8A-5CD7-4C88-8563-544BAA6FA200}">
      <dsp:nvSpPr>
        <dsp:cNvPr id="0" name=""/>
        <dsp:cNvSpPr/>
      </dsp:nvSpPr>
      <dsp:spPr>
        <a:xfrm>
          <a:off x="5790636" y="3667174"/>
          <a:ext cx="4734407" cy="871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CMS &amp; dynamic systems</a:t>
          </a:r>
          <a:endParaRPr lang="en-IN" sz="2100" kern="1200" dirty="0"/>
        </a:p>
      </dsp:txBody>
      <dsp:txXfrm>
        <a:off x="5790636" y="3667174"/>
        <a:ext cx="4734407" cy="871739"/>
      </dsp:txXfrm>
    </dsp:sp>
    <dsp:sp modelId="{D57E5058-72AF-4384-ABE0-089F198BEE59}">
      <dsp:nvSpPr>
        <dsp:cNvPr id="0" name=""/>
        <dsp:cNvSpPr/>
      </dsp:nvSpPr>
      <dsp:spPr>
        <a:xfrm>
          <a:off x="5434283" y="4787795"/>
          <a:ext cx="373976" cy="3739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A4C3A1-09D0-4CC8-883A-645F607583EE}">
      <dsp:nvSpPr>
        <dsp:cNvPr id="0" name=""/>
        <dsp:cNvSpPr/>
      </dsp:nvSpPr>
      <dsp:spPr>
        <a:xfrm>
          <a:off x="5790636" y="4538914"/>
          <a:ext cx="4734407" cy="871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Structured debugging approach</a:t>
          </a:r>
        </a:p>
      </dsp:txBody>
      <dsp:txXfrm>
        <a:off x="5790636" y="4538914"/>
        <a:ext cx="4734407" cy="8717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3BE56-CF79-43F8-8F30-07693231E4B3}">
      <dsp:nvSpPr>
        <dsp:cNvPr id="0" name=""/>
        <dsp:cNvSpPr/>
      </dsp:nvSpPr>
      <dsp:spPr>
        <a:xfrm>
          <a:off x="992" y="194138"/>
          <a:ext cx="3869531" cy="232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Successfully worked on real-world projects</a:t>
          </a:r>
          <a:endParaRPr lang="en-IN" sz="3600" kern="1200" dirty="0"/>
        </a:p>
      </dsp:txBody>
      <dsp:txXfrm>
        <a:off x="992" y="194138"/>
        <a:ext cx="3869531" cy="2321718"/>
      </dsp:txXfrm>
    </dsp:sp>
    <dsp:sp modelId="{98467D52-3E0B-4146-919E-BD74BC6A250C}">
      <dsp:nvSpPr>
        <dsp:cNvPr id="0" name=""/>
        <dsp:cNvSpPr/>
      </dsp:nvSpPr>
      <dsp:spPr>
        <a:xfrm>
          <a:off x="4257476" y="194138"/>
          <a:ext cx="3869531" cy="232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Improved technical and professional skills</a:t>
          </a:r>
          <a:endParaRPr lang="en-IN" sz="3600" kern="1200" dirty="0"/>
        </a:p>
      </dsp:txBody>
      <dsp:txXfrm>
        <a:off x="4257476" y="194138"/>
        <a:ext cx="3869531" cy="2321718"/>
      </dsp:txXfrm>
    </dsp:sp>
    <dsp:sp modelId="{A145FF17-60B3-4797-8588-48F915BCC01D}">
      <dsp:nvSpPr>
        <dsp:cNvPr id="0" name=""/>
        <dsp:cNvSpPr/>
      </dsp:nvSpPr>
      <dsp:spPr>
        <a:xfrm>
          <a:off x="992" y="2902810"/>
          <a:ext cx="3869531" cy="232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Contributed to live applications</a:t>
          </a:r>
        </a:p>
      </dsp:txBody>
      <dsp:txXfrm>
        <a:off x="992" y="2902810"/>
        <a:ext cx="3869531" cy="2321718"/>
      </dsp:txXfrm>
    </dsp:sp>
    <dsp:sp modelId="{3EBF00C5-B6FA-4C24-B48C-C4A87DD70657}">
      <dsp:nvSpPr>
        <dsp:cNvPr id="0" name=""/>
        <dsp:cNvSpPr/>
      </dsp:nvSpPr>
      <dsp:spPr>
        <a:xfrm>
          <a:off x="4257476" y="2902810"/>
          <a:ext cx="3869531" cy="232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Gained </a:t>
          </a:r>
          <a:r>
            <a:rPr lang="en-IN" sz="3600" kern="1200"/>
            <a:t>industry-level experience</a:t>
          </a:r>
          <a:endParaRPr lang="en-IN" sz="3600" kern="1200" dirty="0"/>
        </a:p>
      </dsp:txBody>
      <dsp:txXfrm>
        <a:off x="4257476" y="2902810"/>
        <a:ext cx="3869531" cy="232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7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90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44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0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72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93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09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47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876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287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363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23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494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163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25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64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6005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996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905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166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5386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078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745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1180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8411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6992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5992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831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683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7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3603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6551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4590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8340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9620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813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30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165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6983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0312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41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588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8681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30277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6905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0913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8069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5302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1187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71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582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5230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6089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49894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8960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921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3922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4389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5964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1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58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797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50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F9B1175-2E81-484D-B046-BD91174B45FC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9119DC3-176F-40C7-A5CF-D52B15332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91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0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A4D9-D83C-E8D3-7194-E214D1FB3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7643" y="1564850"/>
            <a:ext cx="5762920" cy="1791092"/>
          </a:xfrm>
        </p:spPr>
        <p:txBody>
          <a:bodyPr>
            <a:normAutofit fontScale="90000"/>
          </a:bodyPr>
          <a:lstStyle/>
          <a:p>
            <a:r>
              <a:rPr lang="en-US" dirty="0"/>
              <a:t>CSE447 Industry Co-op Project-I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DC09E-0216-BB66-0CF2-A8D57762C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870568"/>
            <a:ext cx="8637072" cy="2624499"/>
          </a:xfrm>
        </p:spPr>
        <p:txBody>
          <a:bodyPr>
            <a:normAutofit/>
          </a:bodyPr>
          <a:lstStyle/>
          <a:p>
            <a:r>
              <a:rPr lang="en-US" sz="2800" dirty="0"/>
              <a:t>Name: Aditya Kumar</a:t>
            </a:r>
          </a:p>
          <a:p>
            <a:r>
              <a:rPr lang="en-US" sz="2800" dirty="0"/>
              <a:t>Registration Id: 12211687</a:t>
            </a:r>
          </a:p>
          <a:p>
            <a:r>
              <a:rPr lang="en-US" sz="2800" dirty="0"/>
              <a:t>Company Name: </a:t>
            </a:r>
            <a:r>
              <a:rPr lang="en-US" sz="2800" dirty="0" err="1"/>
              <a:t>ThousandX</a:t>
            </a:r>
            <a:r>
              <a:rPr lang="en-US" sz="2800" dirty="0"/>
              <a:t> Ventures LLP</a:t>
            </a:r>
          </a:p>
          <a:p>
            <a:r>
              <a:rPr lang="en-US" sz="2800" dirty="0"/>
              <a:t>Role: Associate Engineering Intern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7700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DD2D-09CC-6FF9-1A9A-3D05418B90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About 1000x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64F6D-A729-6CD8-B4E9-30BA03E22C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30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545D2-8BF4-7D42-9A28-34CC14B00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9281" y="320511"/>
            <a:ext cx="9001462" cy="870457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</a:t>
            </a:r>
            <a:endParaRPr lang="en-IN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1C7C709-40FD-27B3-527E-8A12834E30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233404"/>
              </p:ext>
            </p:extLst>
          </p:nvPr>
        </p:nvGraphicFramePr>
        <p:xfrm>
          <a:off x="1371075" y="1275392"/>
          <a:ext cx="10604985" cy="3834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2DE2F1C-1449-9CFF-1E61-6C27F911DC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4" y="5509967"/>
            <a:ext cx="2022391" cy="10729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38CE4A-1A3C-B8A8-D634-31024ED5A1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01" y="5509967"/>
            <a:ext cx="2581133" cy="1037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6A3D2D-8797-0779-DB2E-BFEB6AEDC1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012" y="5194169"/>
            <a:ext cx="1828800" cy="1828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5F5C31-8808-A04E-DF66-7CF1A1F4E5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866" y="5256818"/>
            <a:ext cx="3818194" cy="17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7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C456-81B4-D93D-34D4-321B2378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5798" y="548695"/>
            <a:ext cx="8911687" cy="1280890"/>
          </a:xfrm>
        </p:spPr>
        <p:txBody>
          <a:bodyPr/>
          <a:lstStyle/>
          <a:p>
            <a:r>
              <a:rPr lang="en-US" dirty="0"/>
              <a:t>Role, Activity &amp; Tools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75C5C39-7F71-C271-74BC-8CED38C032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4888517"/>
              </p:ext>
            </p:extLst>
          </p:nvPr>
        </p:nvGraphicFramePr>
        <p:xfrm>
          <a:off x="2032000" y="1282044"/>
          <a:ext cx="9723225" cy="4656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399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B76C92-CB2B-BF49-0CD8-045B1EF9BA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7039435"/>
              </p:ext>
            </p:extLst>
          </p:nvPr>
        </p:nvGraphicFramePr>
        <p:xfrm>
          <a:off x="1433425" y="440094"/>
          <a:ext cx="1061402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586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3AC5ECF-6B83-B234-7830-5C8FE5D03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233337"/>
              </p:ext>
            </p:extLst>
          </p:nvPr>
        </p:nvGraphicFramePr>
        <p:xfrm>
          <a:off x="2201683" y="98361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646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B32B-FF17-874F-7165-F0F0247A1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759" y="4217646"/>
            <a:ext cx="10058400" cy="1609344"/>
          </a:xfrm>
        </p:spPr>
        <p:txBody>
          <a:bodyPr>
            <a:normAutofit fontScale="90000"/>
          </a:bodyPr>
          <a:lstStyle/>
          <a:p>
            <a:r>
              <a:rPr lang="en-US" sz="24000" dirty="0"/>
              <a:t>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935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ppt/theme/theme3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32BA63D-F471-4818-B4D2-11F8E39FA475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109</TotalTime>
  <Words>119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Century Gothic</vt:lpstr>
      <vt:lpstr>Corbel</vt:lpstr>
      <vt:lpstr>Rockwell</vt:lpstr>
      <vt:lpstr>Rockwell Condensed</vt:lpstr>
      <vt:lpstr>Wingdings</vt:lpstr>
      <vt:lpstr>Wingdings 3</vt:lpstr>
      <vt:lpstr>Parallax</vt:lpstr>
      <vt:lpstr>Mesh</vt:lpstr>
      <vt:lpstr>Wisp</vt:lpstr>
      <vt:lpstr>Wood Type</vt:lpstr>
      <vt:lpstr>CSE447 Industry Co-op Project-I</vt:lpstr>
      <vt:lpstr>About 1000x</vt:lpstr>
      <vt:lpstr>Objective</vt:lpstr>
      <vt:lpstr>Role, Activity &amp; Tools</vt:lpstr>
      <vt:lpstr>PowerPoint Presentation</vt:lpstr>
      <vt:lpstr>PowerPoint Presentation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2</cp:revision>
  <dcterms:created xsi:type="dcterms:W3CDTF">2026-04-28T13:51:05Z</dcterms:created>
  <dcterms:modified xsi:type="dcterms:W3CDTF">2026-04-29T12:38:48Z</dcterms:modified>
</cp:coreProperties>
</file>