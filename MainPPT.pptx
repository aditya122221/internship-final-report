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2.xml" ContentType="application/vnd.openxmlformats-officedocument.them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3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theme/theme4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62" r:id="rId2"/>
    <p:sldMasterId id="2147483816" r:id="rId3"/>
    <p:sldMasterId id="2147483833" r:id="rId4"/>
  </p:sldMasterIdLst>
  <p:sldIdLst>
    <p:sldId id="256" r:id="rId5"/>
    <p:sldId id="257" r:id="rId6"/>
    <p:sldId id="263" r:id="rId7"/>
    <p:sldId id="258" r:id="rId8"/>
    <p:sldId id="259" r:id="rId9"/>
    <p:sldId id="260" r:id="rId10"/>
    <p:sldId id="261" r:id="rId11"/>
    <p:sldId id="262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1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1ABE9CE-A2CF-4B8B-8C72-275F0C077D2F}" type="doc">
      <dgm:prSet loTypeId="urn:diagrams.loki3.com/Bracke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C0B89E38-1D2E-4777-94A1-2FA0024C4703}">
      <dgm:prSet phldrT="[Text]" phldr="0"/>
      <dgm:spPr/>
      <dgm:t>
        <a:bodyPr/>
        <a:lstStyle/>
        <a:p>
          <a:r>
            <a:rPr lang="en-IN" dirty="0"/>
            <a:t>Name</a:t>
          </a:r>
        </a:p>
      </dgm:t>
    </dgm:pt>
    <dgm:pt modelId="{BE9ED5F9-CCF5-4A74-8F9E-257E8C0838FB}" type="parTrans" cxnId="{8A38E858-39DB-402E-AE70-51EE421C14E3}">
      <dgm:prSet/>
      <dgm:spPr/>
      <dgm:t>
        <a:bodyPr/>
        <a:lstStyle/>
        <a:p>
          <a:endParaRPr lang="en-IN"/>
        </a:p>
      </dgm:t>
    </dgm:pt>
    <dgm:pt modelId="{84D5FA49-771B-4A79-A704-B6BFA5C83635}" type="sibTrans" cxnId="{8A38E858-39DB-402E-AE70-51EE421C14E3}">
      <dgm:prSet/>
      <dgm:spPr/>
      <dgm:t>
        <a:bodyPr/>
        <a:lstStyle/>
        <a:p>
          <a:endParaRPr lang="en-IN"/>
        </a:p>
      </dgm:t>
    </dgm:pt>
    <dgm:pt modelId="{256A08B2-D66E-4B35-A1CF-7015488F85B9}">
      <dgm:prSet phldrT="[Text]" phldr="0"/>
      <dgm:spPr/>
      <dgm:t>
        <a:bodyPr/>
        <a:lstStyle/>
        <a:p>
          <a:r>
            <a:rPr lang="en-IN" dirty="0"/>
            <a:t>January 2025</a:t>
          </a:r>
        </a:p>
      </dgm:t>
    </dgm:pt>
    <dgm:pt modelId="{B7F80C2B-FA0E-45A2-B734-1EF4CDF9FDCA}" type="parTrans" cxnId="{11945C8A-483F-4FC0-8121-B8A9FAEBAA30}">
      <dgm:prSet/>
      <dgm:spPr/>
      <dgm:t>
        <a:bodyPr/>
        <a:lstStyle/>
        <a:p>
          <a:endParaRPr lang="en-IN"/>
        </a:p>
      </dgm:t>
    </dgm:pt>
    <dgm:pt modelId="{30ACB3E3-3BF2-40DF-AE92-1D179AF52958}" type="sibTrans" cxnId="{11945C8A-483F-4FC0-8121-B8A9FAEBAA30}">
      <dgm:prSet/>
      <dgm:spPr/>
      <dgm:t>
        <a:bodyPr/>
        <a:lstStyle/>
        <a:p>
          <a:endParaRPr lang="en-IN"/>
        </a:p>
      </dgm:t>
    </dgm:pt>
    <dgm:pt modelId="{B4B8CF6C-B074-4592-9797-19A8164FF698}">
      <dgm:prSet phldrT="[Text]" phldr="0"/>
      <dgm:spPr/>
      <dgm:t>
        <a:bodyPr/>
        <a:lstStyle/>
        <a:p>
          <a:r>
            <a:rPr lang="en-IN" dirty="0"/>
            <a:t>Location</a:t>
          </a:r>
        </a:p>
      </dgm:t>
    </dgm:pt>
    <dgm:pt modelId="{448774FB-C75F-447B-AAB2-8E6664487DA7}" type="parTrans" cxnId="{8B4A2CBB-A5E3-4634-A3A4-EA78D8BF590A}">
      <dgm:prSet/>
      <dgm:spPr/>
      <dgm:t>
        <a:bodyPr/>
        <a:lstStyle/>
        <a:p>
          <a:endParaRPr lang="en-IN"/>
        </a:p>
      </dgm:t>
    </dgm:pt>
    <dgm:pt modelId="{1822FB53-0929-4903-A799-46D77E815478}" type="sibTrans" cxnId="{8B4A2CBB-A5E3-4634-A3A4-EA78D8BF590A}">
      <dgm:prSet/>
      <dgm:spPr/>
      <dgm:t>
        <a:bodyPr/>
        <a:lstStyle/>
        <a:p>
          <a:endParaRPr lang="en-IN"/>
        </a:p>
      </dgm:t>
    </dgm:pt>
    <dgm:pt modelId="{E67CCB40-47B5-4182-B591-F791C0FC5A40}">
      <dgm:prSet phldrT="[Text]" phldr="0"/>
      <dgm:spPr/>
      <dgm:t>
        <a:bodyPr/>
        <a:lstStyle/>
        <a:p>
          <a:r>
            <a:rPr lang="en-IN" dirty="0"/>
            <a:t>Satna, Madhya Pradesh</a:t>
          </a:r>
        </a:p>
      </dgm:t>
    </dgm:pt>
    <dgm:pt modelId="{FFE12B05-7FE9-440E-A452-13054E2F3F29}" type="parTrans" cxnId="{A4D63483-23C0-4179-A619-E6614CEF5D45}">
      <dgm:prSet/>
      <dgm:spPr/>
      <dgm:t>
        <a:bodyPr/>
        <a:lstStyle/>
        <a:p>
          <a:endParaRPr lang="en-IN"/>
        </a:p>
      </dgm:t>
    </dgm:pt>
    <dgm:pt modelId="{11AB6AD9-2FA2-4C02-B7BA-84139A60326F}" type="sibTrans" cxnId="{A4D63483-23C0-4179-A619-E6614CEF5D45}">
      <dgm:prSet/>
      <dgm:spPr/>
      <dgm:t>
        <a:bodyPr/>
        <a:lstStyle/>
        <a:p>
          <a:endParaRPr lang="en-IN"/>
        </a:p>
      </dgm:t>
    </dgm:pt>
    <dgm:pt modelId="{CACBD0F7-8CB9-404B-AEDC-B647F6749847}">
      <dgm:prSet phldrT="[Text]" phldr="0"/>
      <dgm:spPr/>
      <dgm:t>
        <a:bodyPr/>
        <a:lstStyle/>
        <a:p>
          <a:r>
            <a:rPr lang="en-IN"/>
            <a:t>Co-Founder</a:t>
          </a:r>
          <a:endParaRPr lang="en-IN" dirty="0"/>
        </a:p>
      </dgm:t>
    </dgm:pt>
    <dgm:pt modelId="{E26C920E-8397-4C7C-8AA5-330474D91885}" type="parTrans" cxnId="{A7741CD0-A699-4DB9-8D5E-7E6D015DD72F}">
      <dgm:prSet/>
      <dgm:spPr/>
      <dgm:t>
        <a:bodyPr/>
        <a:lstStyle/>
        <a:p>
          <a:endParaRPr lang="en-IN"/>
        </a:p>
      </dgm:t>
    </dgm:pt>
    <dgm:pt modelId="{71801061-4AEE-462C-9AD7-D6263441434D}" type="sibTrans" cxnId="{A7741CD0-A699-4DB9-8D5E-7E6D015DD72F}">
      <dgm:prSet/>
      <dgm:spPr/>
      <dgm:t>
        <a:bodyPr/>
        <a:lstStyle/>
        <a:p>
          <a:endParaRPr lang="en-IN"/>
        </a:p>
      </dgm:t>
    </dgm:pt>
    <dgm:pt modelId="{A7729BE8-6315-4DE3-AEB5-4323EC34FB44}">
      <dgm:prSet phldrT="[Text]" phldr="0"/>
      <dgm:spPr/>
      <dgm:t>
        <a:bodyPr/>
        <a:lstStyle/>
        <a:p>
          <a:r>
            <a:rPr lang="en-IN"/>
            <a:t>Shubham Agarwal</a:t>
          </a:r>
          <a:endParaRPr lang="en-IN" dirty="0"/>
        </a:p>
      </dgm:t>
    </dgm:pt>
    <dgm:pt modelId="{132DB702-3086-4008-930B-C496025983EF}" type="parTrans" cxnId="{657C4CA1-B181-4744-B239-E2001CACB003}">
      <dgm:prSet/>
      <dgm:spPr/>
      <dgm:t>
        <a:bodyPr/>
        <a:lstStyle/>
        <a:p>
          <a:endParaRPr lang="en-IN"/>
        </a:p>
      </dgm:t>
    </dgm:pt>
    <dgm:pt modelId="{45E1C83D-330E-4725-AEE9-38A383612744}" type="sibTrans" cxnId="{657C4CA1-B181-4744-B239-E2001CACB003}">
      <dgm:prSet/>
      <dgm:spPr/>
      <dgm:t>
        <a:bodyPr/>
        <a:lstStyle/>
        <a:p>
          <a:endParaRPr lang="en-IN"/>
        </a:p>
      </dgm:t>
    </dgm:pt>
    <dgm:pt modelId="{003DDF66-8BE7-4790-A7AF-0D942E1254B4}">
      <dgm:prSet phldrT="[Text]" phldr="0"/>
      <dgm:spPr/>
      <dgm:t>
        <a:bodyPr/>
        <a:lstStyle/>
        <a:p>
          <a:r>
            <a:rPr lang="en-IN"/>
            <a:t>Tushar Jaiswal</a:t>
          </a:r>
          <a:endParaRPr lang="en-IN" dirty="0"/>
        </a:p>
      </dgm:t>
    </dgm:pt>
    <dgm:pt modelId="{39086F15-1466-4B87-9646-961FCA4C5A9B}" type="parTrans" cxnId="{F622BF15-70F7-4CDE-84F5-EA25D8C40E06}">
      <dgm:prSet/>
      <dgm:spPr/>
      <dgm:t>
        <a:bodyPr/>
        <a:lstStyle/>
        <a:p>
          <a:endParaRPr lang="en-IN"/>
        </a:p>
      </dgm:t>
    </dgm:pt>
    <dgm:pt modelId="{3C0D05C4-B717-4B90-831D-DF1EEB641092}" type="sibTrans" cxnId="{F622BF15-70F7-4CDE-84F5-EA25D8C40E06}">
      <dgm:prSet/>
      <dgm:spPr/>
      <dgm:t>
        <a:bodyPr/>
        <a:lstStyle/>
        <a:p>
          <a:endParaRPr lang="en-IN"/>
        </a:p>
      </dgm:t>
    </dgm:pt>
    <dgm:pt modelId="{0EBDB6CA-3825-4CDE-BF9C-862A732026F7}">
      <dgm:prSet phldrT="[Text]" phldr="0"/>
      <dgm:spPr/>
      <dgm:t>
        <a:bodyPr/>
        <a:lstStyle/>
        <a:p>
          <a:r>
            <a:rPr lang="en-IN"/>
            <a:t>Origin</a:t>
          </a:r>
        </a:p>
      </dgm:t>
    </dgm:pt>
    <dgm:pt modelId="{10B41553-2B25-4F07-883A-A0EB6F7D1CEE}" type="parTrans" cxnId="{7BB0AC24-8AD7-417A-B98F-EDB1869B8192}">
      <dgm:prSet/>
      <dgm:spPr/>
      <dgm:t>
        <a:bodyPr/>
        <a:lstStyle/>
        <a:p>
          <a:endParaRPr lang="en-IN"/>
        </a:p>
      </dgm:t>
    </dgm:pt>
    <dgm:pt modelId="{055D9798-56FA-4B25-BDA9-02236393F85D}" type="sibTrans" cxnId="{7BB0AC24-8AD7-417A-B98F-EDB1869B8192}">
      <dgm:prSet/>
      <dgm:spPr/>
      <dgm:t>
        <a:bodyPr/>
        <a:lstStyle/>
        <a:p>
          <a:endParaRPr lang="en-IN"/>
        </a:p>
      </dgm:t>
    </dgm:pt>
    <dgm:pt modelId="{8E69025F-3999-4BA5-863F-59A0384E61B4}">
      <dgm:prSet phldrT="[Text]" phldr="0"/>
      <dgm:spPr/>
      <dgm:t>
        <a:bodyPr/>
        <a:lstStyle/>
        <a:p>
          <a:r>
            <a:rPr lang="en-IN"/>
            <a:t>ThousandX Ventures LLP</a:t>
          </a:r>
        </a:p>
      </dgm:t>
    </dgm:pt>
    <dgm:pt modelId="{4C5582E0-AD81-487C-BF21-4DB679DE5916}" type="parTrans" cxnId="{B4FB0A80-D96E-4DA6-BD0E-F63175545648}">
      <dgm:prSet/>
      <dgm:spPr/>
      <dgm:t>
        <a:bodyPr/>
        <a:lstStyle/>
        <a:p>
          <a:endParaRPr lang="en-IN"/>
        </a:p>
      </dgm:t>
    </dgm:pt>
    <dgm:pt modelId="{73954F01-853C-433C-A880-AE23C496BB48}" type="sibTrans" cxnId="{B4FB0A80-D96E-4DA6-BD0E-F63175545648}">
      <dgm:prSet/>
      <dgm:spPr/>
      <dgm:t>
        <a:bodyPr/>
        <a:lstStyle/>
        <a:p>
          <a:endParaRPr lang="en-IN"/>
        </a:p>
      </dgm:t>
    </dgm:pt>
    <dgm:pt modelId="{48787486-B434-43CA-8E78-D29D771369A3}" type="pres">
      <dgm:prSet presAssocID="{31ABE9CE-A2CF-4B8B-8C72-275F0C077D2F}" presName="Name0" presStyleCnt="0">
        <dgm:presLayoutVars>
          <dgm:dir/>
          <dgm:animLvl val="lvl"/>
          <dgm:resizeHandles val="exact"/>
        </dgm:presLayoutVars>
      </dgm:prSet>
      <dgm:spPr/>
    </dgm:pt>
    <dgm:pt modelId="{0C803C25-78D3-4057-BA39-EB263315A48D}" type="pres">
      <dgm:prSet presAssocID="{C0B89E38-1D2E-4777-94A1-2FA0024C4703}" presName="linNode" presStyleCnt="0"/>
      <dgm:spPr/>
    </dgm:pt>
    <dgm:pt modelId="{627CFD93-BDF9-4BF2-B056-99120554CFCB}" type="pres">
      <dgm:prSet presAssocID="{C0B89E38-1D2E-4777-94A1-2FA0024C4703}" presName="parTx" presStyleLbl="revTx" presStyleIdx="0" presStyleCnt="4">
        <dgm:presLayoutVars>
          <dgm:chMax val="1"/>
          <dgm:bulletEnabled val="1"/>
        </dgm:presLayoutVars>
      </dgm:prSet>
      <dgm:spPr/>
    </dgm:pt>
    <dgm:pt modelId="{9E2825F5-2BA7-4F4A-8152-BFDBCA07375D}" type="pres">
      <dgm:prSet presAssocID="{C0B89E38-1D2E-4777-94A1-2FA0024C4703}" presName="bracket" presStyleLbl="parChTrans1D1" presStyleIdx="0" presStyleCnt="4"/>
      <dgm:spPr/>
    </dgm:pt>
    <dgm:pt modelId="{D33DD7FC-950B-4352-BE8C-1485087C1248}" type="pres">
      <dgm:prSet presAssocID="{C0B89E38-1D2E-4777-94A1-2FA0024C4703}" presName="spH" presStyleCnt="0"/>
      <dgm:spPr/>
    </dgm:pt>
    <dgm:pt modelId="{4D93818D-E233-49E2-B914-104B7D262605}" type="pres">
      <dgm:prSet presAssocID="{C0B89E38-1D2E-4777-94A1-2FA0024C4703}" presName="desTx" presStyleLbl="node1" presStyleIdx="0" presStyleCnt="4">
        <dgm:presLayoutVars>
          <dgm:bulletEnabled val="1"/>
        </dgm:presLayoutVars>
      </dgm:prSet>
      <dgm:spPr/>
    </dgm:pt>
    <dgm:pt modelId="{F2F5EF17-AA7A-4611-A7D4-6003543C4D78}" type="pres">
      <dgm:prSet presAssocID="{84D5FA49-771B-4A79-A704-B6BFA5C83635}" presName="spV" presStyleCnt="0"/>
      <dgm:spPr/>
    </dgm:pt>
    <dgm:pt modelId="{2184389D-5AC1-4561-B1B1-A3766859F5A6}" type="pres">
      <dgm:prSet presAssocID="{0EBDB6CA-3825-4CDE-BF9C-862A732026F7}" presName="linNode" presStyleCnt="0"/>
      <dgm:spPr/>
    </dgm:pt>
    <dgm:pt modelId="{A6BE4494-167B-4C99-A2C2-9780C7AAD5CB}" type="pres">
      <dgm:prSet presAssocID="{0EBDB6CA-3825-4CDE-BF9C-862A732026F7}" presName="parTx" presStyleLbl="revTx" presStyleIdx="1" presStyleCnt="4">
        <dgm:presLayoutVars>
          <dgm:chMax val="1"/>
          <dgm:bulletEnabled val="1"/>
        </dgm:presLayoutVars>
      </dgm:prSet>
      <dgm:spPr/>
    </dgm:pt>
    <dgm:pt modelId="{AA46FB30-C8E3-4F8E-B10D-06ACED20C07B}" type="pres">
      <dgm:prSet presAssocID="{0EBDB6CA-3825-4CDE-BF9C-862A732026F7}" presName="bracket" presStyleLbl="parChTrans1D1" presStyleIdx="1" presStyleCnt="4"/>
      <dgm:spPr/>
    </dgm:pt>
    <dgm:pt modelId="{48F9F7A4-6740-49DE-B28F-D3011020A0F5}" type="pres">
      <dgm:prSet presAssocID="{0EBDB6CA-3825-4CDE-BF9C-862A732026F7}" presName="spH" presStyleCnt="0"/>
      <dgm:spPr/>
    </dgm:pt>
    <dgm:pt modelId="{9829DF46-306D-47C2-8BCE-4154421700AE}" type="pres">
      <dgm:prSet presAssocID="{0EBDB6CA-3825-4CDE-BF9C-862A732026F7}" presName="desTx" presStyleLbl="node1" presStyleIdx="1" presStyleCnt="4">
        <dgm:presLayoutVars>
          <dgm:bulletEnabled val="1"/>
        </dgm:presLayoutVars>
      </dgm:prSet>
      <dgm:spPr/>
    </dgm:pt>
    <dgm:pt modelId="{C792CEE9-B400-4EEB-BD11-317F47403790}" type="pres">
      <dgm:prSet presAssocID="{055D9798-56FA-4B25-BDA9-02236393F85D}" presName="spV" presStyleCnt="0"/>
      <dgm:spPr/>
    </dgm:pt>
    <dgm:pt modelId="{36339D22-4E2E-4CF6-BBE3-8A64F8D3B42A}" type="pres">
      <dgm:prSet presAssocID="{B4B8CF6C-B074-4592-9797-19A8164FF698}" presName="linNode" presStyleCnt="0"/>
      <dgm:spPr/>
    </dgm:pt>
    <dgm:pt modelId="{53889986-D178-4BD0-BF65-89A642B05593}" type="pres">
      <dgm:prSet presAssocID="{B4B8CF6C-B074-4592-9797-19A8164FF698}" presName="parTx" presStyleLbl="revTx" presStyleIdx="2" presStyleCnt="4">
        <dgm:presLayoutVars>
          <dgm:chMax val="1"/>
          <dgm:bulletEnabled val="1"/>
        </dgm:presLayoutVars>
      </dgm:prSet>
      <dgm:spPr/>
    </dgm:pt>
    <dgm:pt modelId="{EF094E06-9E93-4682-A72C-EBE52A384597}" type="pres">
      <dgm:prSet presAssocID="{B4B8CF6C-B074-4592-9797-19A8164FF698}" presName="bracket" presStyleLbl="parChTrans1D1" presStyleIdx="2" presStyleCnt="4"/>
      <dgm:spPr/>
    </dgm:pt>
    <dgm:pt modelId="{E5D93038-F00C-42F3-9A1B-3A3142DCB1F0}" type="pres">
      <dgm:prSet presAssocID="{B4B8CF6C-B074-4592-9797-19A8164FF698}" presName="spH" presStyleCnt="0"/>
      <dgm:spPr/>
    </dgm:pt>
    <dgm:pt modelId="{9457566C-7E01-4D79-B5D4-2CDDDC008EEA}" type="pres">
      <dgm:prSet presAssocID="{B4B8CF6C-B074-4592-9797-19A8164FF698}" presName="desTx" presStyleLbl="node1" presStyleIdx="2" presStyleCnt="4">
        <dgm:presLayoutVars>
          <dgm:bulletEnabled val="1"/>
        </dgm:presLayoutVars>
      </dgm:prSet>
      <dgm:spPr/>
    </dgm:pt>
    <dgm:pt modelId="{B2E92154-24E7-4FB2-B8B1-34F2A43ABD7D}" type="pres">
      <dgm:prSet presAssocID="{1822FB53-0929-4903-A799-46D77E815478}" presName="spV" presStyleCnt="0"/>
      <dgm:spPr/>
    </dgm:pt>
    <dgm:pt modelId="{CA744355-FEBB-4B68-9F71-555F037843C8}" type="pres">
      <dgm:prSet presAssocID="{CACBD0F7-8CB9-404B-AEDC-B647F6749847}" presName="linNode" presStyleCnt="0"/>
      <dgm:spPr/>
    </dgm:pt>
    <dgm:pt modelId="{E98D9AA4-DAA4-4566-8A3C-C7EC33F4E1C9}" type="pres">
      <dgm:prSet presAssocID="{CACBD0F7-8CB9-404B-AEDC-B647F6749847}" presName="parTx" presStyleLbl="revTx" presStyleIdx="3" presStyleCnt="4">
        <dgm:presLayoutVars>
          <dgm:chMax val="1"/>
          <dgm:bulletEnabled val="1"/>
        </dgm:presLayoutVars>
      </dgm:prSet>
      <dgm:spPr/>
    </dgm:pt>
    <dgm:pt modelId="{84042C5C-68EA-4F13-8FD2-AC142F927076}" type="pres">
      <dgm:prSet presAssocID="{CACBD0F7-8CB9-404B-AEDC-B647F6749847}" presName="bracket" presStyleLbl="parChTrans1D1" presStyleIdx="3" presStyleCnt="4"/>
      <dgm:spPr/>
    </dgm:pt>
    <dgm:pt modelId="{17FB654C-24C1-48AC-87BC-C7C5C22204F8}" type="pres">
      <dgm:prSet presAssocID="{CACBD0F7-8CB9-404B-AEDC-B647F6749847}" presName="spH" presStyleCnt="0"/>
      <dgm:spPr/>
    </dgm:pt>
    <dgm:pt modelId="{9110D3E0-31E9-4A57-9A18-526DA69C7C1A}" type="pres">
      <dgm:prSet presAssocID="{CACBD0F7-8CB9-404B-AEDC-B647F6749847}" presName="desTx" presStyleLbl="node1" presStyleIdx="3" presStyleCnt="4">
        <dgm:presLayoutVars>
          <dgm:bulletEnabled val="1"/>
        </dgm:presLayoutVars>
      </dgm:prSet>
      <dgm:spPr/>
    </dgm:pt>
  </dgm:ptLst>
  <dgm:cxnLst>
    <dgm:cxn modelId="{937F4E09-4A4B-4203-8B5F-3C7A1C09131A}" type="presOf" srcId="{31ABE9CE-A2CF-4B8B-8C72-275F0C077D2F}" destId="{48787486-B434-43CA-8E78-D29D771369A3}" srcOrd="0" destOrd="0" presId="urn:diagrams.loki3.com/BracketList"/>
    <dgm:cxn modelId="{F622BF15-70F7-4CDE-84F5-EA25D8C40E06}" srcId="{CACBD0F7-8CB9-404B-AEDC-B647F6749847}" destId="{003DDF66-8BE7-4790-A7AF-0D942E1254B4}" srcOrd="1" destOrd="0" parTransId="{39086F15-1466-4B87-9646-961FCA4C5A9B}" sibTransId="{3C0D05C4-B717-4B90-831D-DF1EEB641092}"/>
    <dgm:cxn modelId="{7BB0AC24-8AD7-417A-B98F-EDB1869B8192}" srcId="{31ABE9CE-A2CF-4B8B-8C72-275F0C077D2F}" destId="{0EBDB6CA-3825-4CDE-BF9C-862A732026F7}" srcOrd="1" destOrd="0" parTransId="{10B41553-2B25-4F07-883A-A0EB6F7D1CEE}" sibTransId="{055D9798-56FA-4B25-BDA9-02236393F85D}"/>
    <dgm:cxn modelId="{2647F52F-EEEB-4EF7-B6B4-ABB0954E0070}" type="presOf" srcId="{003DDF66-8BE7-4790-A7AF-0D942E1254B4}" destId="{9110D3E0-31E9-4A57-9A18-526DA69C7C1A}" srcOrd="0" destOrd="1" presId="urn:diagrams.loki3.com/BracketList"/>
    <dgm:cxn modelId="{09CBA03F-7243-49A3-AA64-DA84C4C85D58}" type="presOf" srcId="{E67CCB40-47B5-4182-B591-F791C0FC5A40}" destId="{9457566C-7E01-4D79-B5D4-2CDDDC008EEA}" srcOrd="0" destOrd="0" presId="urn:diagrams.loki3.com/BracketList"/>
    <dgm:cxn modelId="{E3489674-85F4-434C-A40C-B7C0EA2380E8}" type="presOf" srcId="{256A08B2-D66E-4B35-A1CF-7015488F85B9}" destId="{9829DF46-306D-47C2-8BCE-4154421700AE}" srcOrd="0" destOrd="0" presId="urn:diagrams.loki3.com/BracketList"/>
    <dgm:cxn modelId="{8A38E858-39DB-402E-AE70-51EE421C14E3}" srcId="{31ABE9CE-A2CF-4B8B-8C72-275F0C077D2F}" destId="{C0B89E38-1D2E-4777-94A1-2FA0024C4703}" srcOrd="0" destOrd="0" parTransId="{BE9ED5F9-CCF5-4A74-8F9E-257E8C0838FB}" sibTransId="{84D5FA49-771B-4A79-A704-B6BFA5C83635}"/>
    <dgm:cxn modelId="{B4FB0A80-D96E-4DA6-BD0E-F63175545648}" srcId="{C0B89E38-1D2E-4777-94A1-2FA0024C4703}" destId="{8E69025F-3999-4BA5-863F-59A0384E61B4}" srcOrd="0" destOrd="0" parTransId="{4C5582E0-AD81-487C-BF21-4DB679DE5916}" sibTransId="{73954F01-853C-433C-A880-AE23C496BB48}"/>
    <dgm:cxn modelId="{A4D63483-23C0-4179-A619-E6614CEF5D45}" srcId="{B4B8CF6C-B074-4592-9797-19A8164FF698}" destId="{E67CCB40-47B5-4182-B591-F791C0FC5A40}" srcOrd="0" destOrd="0" parTransId="{FFE12B05-7FE9-440E-A452-13054E2F3F29}" sibTransId="{11AB6AD9-2FA2-4C02-B7BA-84139A60326F}"/>
    <dgm:cxn modelId="{11945C8A-483F-4FC0-8121-B8A9FAEBAA30}" srcId="{0EBDB6CA-3825-4CDE-BF9C-862A732026F7}" destId="{256A08B2-D66E-4B35-A1CF-7015488F85B9}" srcOrd="0" destOrd="0" parTransId="{B7F80C2B-FA0E-45A2-B734-1EF4CDF9FDCA}" sibTransId="{30ACB3E3-3BF2-40DF-AE92-1D179AF52958}"/>
    <dgm:cxn modelId="{AFD4278F-FCF8-43C8-8A7F-7EF4A6BC06A0}" type="presOf" srcId="{C0B89E38-1D2E-4777-94A1-2FA0024C4703}" destId="{627CFD93-BDF9-4BF2-B056-99120554CFCB}" srcOrd="0" destOrd="0" presId="urn:diagrams.loki3.com/BracketList"/>
    <dgm:cxn modelId="{657C4CA1-B181-4744-B239-E2001CACB003}" srcId="{CACBD0F7-8CB9-404B-AEDC-B647F6749847}" destId="{A7729BE8-6315-4DE3-AEB5-4323EC34FB44}" srcOrd="0" destOrd="0" parTransId="{132DB702-3086-4008-930B-C496025983EF}" sibTransId="{45E1C83D-330E-4725-AEE9-38A383612744}"/>
    <dgm:cxn modelId="{4A8A9BBA-9DD6-4752-A518-4EFFB35C215F}" type="presOf" srcId="{A7729BE8-6315-4DE3-AEB5-4323EC34FB44}" destId="{9110D3E0-31E9-4A57-9A18-526DA69C7C1A}" srcOrd="0" destOrd="0" presId="urn:diagrams.loki3.com/BracketList"/>
    <dgm:cxn modelId="{8B4A2CBB-A5E3-4634-A3A4-EA78D8BF590A}" srcId="{31ABE9CE-A2CF-4B8B-8C72-275F0C077D2F}" destId="{B4B8CF6C-B074-4592-9797-19A8164FF698}" srcOrd="2" destOrd="0" parTransId="{448774FB-C75F-447B-AAB2-8E6664487DA7}" sibTransId="{1822FB53-0929-4903-A799-46D77E815478}"/>
    <dgm:cxn modelId="{A7741CD0-A699-4DB9-8D5E-7E6D015DD72F}" srcId="{31ABE9CE-A2CF-4B8B-8C72-275F0C077D2F}" destId="{CACBD0F7-8CB9-404B-AEDC-B647F6749847}" srcOrd="3" destOrd="0" parTransId="{E26C920E-8397-4C7C-8AA5-330474D91885}" sibTransId="{71801061-4AEE-462C-9AD7-D6263441434D}"/>
    <dgm:cxn modelId="{121437DA-5058-43F3-B5A6-9544539E0AFD}" type="presOf" srcId="{B4B8CF6C-B074-4592-9797-19A8164FF698}" destId="{53889986-D178-4BD0-BF65-89A642B05593}" srcOrd="0" destOrd="0" presId="urn:diagrams.loki3.com/BracketList"/>
    <dgm:cxn modelId="{8C75A5E4-C09A-4E98-A4E0-971B3BDC796D}" type="presOf" srcId="{8E69025F-3999-4BA5-863F-59A0384E61B4}" destId="{4D93818D-E233-49E2-B914-104B7D262605}" srcOrd="0" destOrd="0" presId="urn:diagrams.loki3.com/BracketList"/>
    <dgm:cxn modelId="{E43181FD-6DC7-4013-8D6A-AD939970ECEE}" type="presOf" srcId="{0EBDB6CA-3825-4CDE-BF9C-862A732026F7}" destId="{A6BE4494-167B-4C99-A2C2-9780C7AAD5CB}" srcOrd="0" destOrd="0" presId="urn:diagrams.loki3.com/BracketList"/>
    <dgm:cxn modelId="{4EAEBAFD-EACA-4E42-854E-B89921D5F103}" type="presOf" srcId="{CACBD0F7-8CB9-404B-AEDC-B647F6749847}" destId="{E98D9AA4-DAA4-4566-8A3C-C7EC33F4E1C9}" srcOrd="0" destOrd="0" presId="urn:diagrams.loki3.com/BracketList"/>
    <dgm:cxn modelId="{527FF35F-AD9E-4E0E-98D0-A18C76F217E7}" type="presParOf" srcId="{48787486-B434-43CA-8E78-D29D771369A3}" destId="{0C803C25-78D3-4057-BA39-EB263315A48D}" srcOrd="0" destOrd="0" presId="urn:diagrams.loki3.com/BracketList"/>
    <dgm:cxn modelId="{0AAC896B-35C8-4339-9E6F-A1FAE0104054}" type="presParOf" srcId="{0C803C25-78D3-4057-BA39-EB263315A48D}" destId="{627CFD93-BDF9-4BF2-B056-99120554CFCB}" srcOrd="0" destOrd="0" presId="urn:diagrams.loki3.com/BracketList"/>
    <dgm:cxn modelId="{6A9F53EE-8C99-40A1-B647-57514C029FCD}" type="presParOf" srcId="{0C803C25-78D3-4057-BA39-EB263315A48D}" destId="{9E2825F5-2BA7-4F4A-8152-BFDBCA07375D}" srcOrd="1" destOrd="0" presId="urn:diagrams.loki3.com/BracketList"/>
    <dgm:cxn modelId="{A1EF4D88-4578-4C38-A8C6-B00CB34638A3}" type="presParOf" srcId="{0C803C25-78D3-4057-BA39-EB263315A48D}" destId="{D33DD7FC-950B-4352-BE8C-1485087C1248}" srcOrd="2" destOrd="0" presId="urn:diagrams.loki3.com/BracketList"/>
    <dgm:cxn modelId="{D4951609-B972-44EC-B7C6-D2D09891DA4A}" type="presParOf" srcId="{0C803C25-78D3-4057-BA39-EB263315A48D}" destId="{4D93818D-E233-49E2-B914-104B7D262605}" srcOrd="3" destOrd="0" presId="urn:diagrams.loki3.com/BracketList"/>
    <dgm:cxn modelId="{31C764C1-4846-48FC-A7A3-21EDACF51BA1}" type="presParOf" srcId="{48787486-B434-43CA-8E78-D29D771369A3}" destId="{F2F5EF17-AA7A-4611-A7D4-6003543C4D78}" srcOrd="1" destOrd="0" presId="urn:diagrams.loki3.com/BracketList"/>
    <dgm:cxn modelId="{E59ABF74-7999-4B83-82C3-68E339E12959}" type="presParOf" srcId="{48787486-B434-43CA-8E78-D29D771369A3}" destId="{2184389D-5AC1-4561-B1B1-A3766859F5A6}" srcOrd="2" destOrd="0" presId="urn:diagrams.loki3.com/BracketList"/>
    <dgm:cxn modelId="{D07E0472-8009-48F3-8975-1C6663059834}" type="presParOf" srcId="{2184389D-5AC1-4561-B1B1-A3766859F5A6}" destId="{A6BE4494-167B-4C99-A2C2-9780C7AAD5CB}" srcOrd="0" destOrd="0" presId="urn:diagrams.loki3.com/BracketList"/>
    <dgm:cxn modelId="{E4477EFE-56E9-4374-B611-AE88B211A57C}" type="presParOf" srcId="{2184389D-5AC1-4561-B1B1-A3766859F5A6}" destId="{AA46FB30-C8E3-4F8E-B10D-06ACED20C07B}" srcOrd="1" destOrd="0" presId="urn:diagrams.loki3.com/BracketList"/>
    <dgm:cxn modelId="{F2DBC6C2-D26E-4F24-BE3D-FC886EB9822E}" type="presParOf" srcId="{2184389D-5AC1-4561-B1B1-A3766859F5A6}" destId="{48F9F7A4-6740-49DE-B28F-D3011020A0F5}" srcOrd="2" destOrd="0" presId="urn:diagrams.loki3.com/BracketList"/>
    <dgm:cxn modelId="{8F7984AC-439F-42BE-B102-99DC66BBCFA0}" type="presParOf" srcId="{2184389D-5AC1-4561-B1B1-A3766859F5A6}" destId="{9829DF46-306D-47C2-8BCE-4154421700AE}" srcOrd="3" destOrd="0" presId="urn:diagrams.loki3.com/BracketList"/>
    <dgm:cxn modelId="{14391EC0-883D-4555-9CF0-07A670F90EFD}" type="presParOf" srcId="{48787486-B434-43CA-8E78-D29D771369A3}" destId="{C792CEE9-B400-4EEB-BD11-317F47403790}" srcOrd="3" destOrd="0" presId="urn:diagrams.loki3.com/BracketList"/>
    <dgm:cxn modelId="{F2D0A5D1-9CDA-4142-807F-3E3F1CB3AB17}" type="presParOf" srcId="{48787486-B434-43CA-8E78-D29D771369A3}" destId="{36339D22-4E2E-4CF6-BBE3-8A64F8D3B42A}" srcOrd="4" destOrd="0" presId="urn:diagrams.loki3.com/BracketList"/>
    <dgm:cxn modelId="{BFFA020F-4570-42BF-87E7-2AA0D58BAB77}" type="presParOf" srcId="{36339D22-4E2E-4CF6-BBE3-8A64F8D3B42A}" destId="{53889986-D178-4BD0-BF65-89A642B05593}" srcOrd="0" destOrd="0" presId="urn:diagrams.loki3.com/BracketList"/>
    <dgm:cxn modelId="{8F2D1813-1081-4083-A913-D82400375B67}" type="presParOf" srcId="{36339D22-4E2E-4CF6-BBE3-8A64F8D3B42A}" destId="{EF094E06-9E93-4682-A72C-EBE52A384597}" srcOrd="1" destOrd="0" presId="urn:diagrams.loki3.com/BracketList"/>
    <dgm:cxn modelId="{E0EDAE5A-479F-4D57-BEED-266D46B50662}" type="presParOf" srcId="{36339D22-4E2E-4CF6-BBE3-8A64F8D3B42A}" destId="{E5D93038-F00C-42F3-9A1B-3A3142DCB1F0}" srcOrd="2" destOrd="0" presId="urn:diagrams.loki3.com/BracketList"/>
    <dgm:cxn modelId="{E774CD9E-9D9C-4C1E-9475-0F10C6BA93F1}" type="presParOf" srcId="{36339D22-4E2E-4CF6-BBE3-8A64F8D3B42A}" destId="{9457566C-7E01-4D79-B5D4-2CDDDC008EEA}" srcOrd="3" destOrd="0" presId="urn:diagrams.loki3.com/BracketList"/>
    <dgm:cxn modelId="{494E6AA5-CEFE-4AB0-9069-672399FAE70F}" type="presParOf" srcId="{48787486-B434-43CA-8E78-D29D771369A3}" destId="{B2E92154-24E7-4FB2-B8B1-34F2A43ABD7D}" srcOrd="5" destOrd="0" presId="urn:diagrams.loki3.com/BracketList"/>
    <dgm:cxn modelId="{E399A5D4-7DD4-44C0-BD3B-8B33257D8242}" type="presParOf" srcId="{48787486-B434-43CA-8E78-D29D771369A3}" destId="{CA744355-FEBB-4B68-9F71-555F037843C8}" srcOrd="6" destOrd="0" presId="urn:diagrams.loki3.com/BracketList"/>
    <dgm:cxn modelId="{2CFB6C0B-D86B-4388-9472-3A7213AD7317}" type="presParOf" srcId="{CA744355-FEBB-4B68-9F71-555F037843C8}" destId="{E98D9AA4-DAA4-4566-8A3C-C7EC33F4E1C9}" srcOrd="0" destOrd="0" presId="urn:diagrams.loki3.com/BracketList"/>
    <dgm:cxn modelId="{71CA974E-30F7-4242-A036-97D05F6B39F9}" type="presParOf" srcId="{CA744355-FEBB-4B68-9F71-555F037843C8}" destId="{84042C5C-68EA-4F13-8FD2-AC142F927076}" srcOrd="1" destOrd="0" presId="urn:diagrams.loki3.com/BracketList"/>
    <dgm:cxn modelId="{994DC53E-A38B-476B-A6FB-5022177604DB}" type="presParOf" srcId="{CA744355-FEBB-4B68-9F71-555F037843C8}" destId="{17FB654C-24C1-48AC-87BC-C7C5C22204F8}" srcOrd="2" destOrd="0" presId="urn:diagrams.loki3.com/BracketList"/>
    <dgm:cxn modelId="{F1D713DF-ADFE-4B27-95BC-45B4557BF607}" type="presParOf" srcId="{CA744355-FEBB-4B68-9F71-555F037843C8}" destId="{9110D3E0-31E9-4A57-9A18-526DA69C7C1A}" srcOrd="3" destOrd="0" presId="urn:diagrams.loki3.com/Bracke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FFE7022-C712-4D04-B0DA-DB26BF1522A4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1864292A-279F-44D1-ACD1-05A428E383D9}">
      <dgm:prSet phldrT="[Text]" phldr="0"/>
      <dgm:spPr/>
      <dgm:t>
        <a:bodyPr/>
        <a:lstStyle/>
        <a:p>
          <a:r>
            <a:rPr lang="en-IN" dirty="0"/>
            <a:t>Vision</a:t>
          </a:r>
        </a:p>
      </dgm:t>
    </dgm:pt>
    <dgm:pt modelId="{D3F16C45-A460-4512-A63A-7A7382A1B8BB}" type="parTrans" cxnId="{37DE1785-78EA-4AAB-906B-66AC89455261}">
      <dgm:prSet/>
      <dgm:spPr/>
      <dgm:t>
        <a:bodyPr/>
        <a:lstStyle/>
        <a:p>
          <a:endParaRPr lang="en-IN"/>
        </a:p>
      </dgm:t>
    </dgm:pt>
    <dgm:pt modelId="{4DBE228E-F0B8-4C50-A82C-CB8009C0A2F2}" type="sibTrans" cxnId="{37DE1785-78EA-4AAB-906B-66AC89455261}">
      <dgm:prSet/>
      <dgm:spPr/>
      <dgm:t>
        <a:bodyPr/>
        <a:lstStyle/>
        <a:p>
          <a:endParaRPr lang="en-IN"/>
        </a:p>
      </dgm:t>
    </dgm:pt>
    <dgm:pt modelId="{8872B9A7-4EBE-402E-8659-71B919714F34}">
      <dgm:prSet phldrT="[Text]" phldr="0"/>
      <dgm:spPr/>
      <dgm:t>
        <a:bodyPr/>
        <a:lstStyle/>
        <a:p>
          <a:r>
            <a:rPr lang="en-IN" dirty="0"/>
            <a:t>Develop </a:t>
          </a:r>
          <a:r>
            <a:rPr lang="en-IN" b="1" dirty="0"/>
            <a:t>AI-powered</a:t>
          </a:r>
          <a:r>
            <a:rPr lang="en-IN" dirty="0"/>
            <a:t> application</a:t>
          </a:r>
        </a:p>
      </dgm:t>
    </dgm:pt>
    <dgm:pt modelId="{6A506D21-3285-4E0D-9E1D-0BF6952207B1}" type="parTrans" cxnId="{6B74C4A4-AE28-4064-8DEE-39CEB85BB6EB}">
      <dgm:prSet/>
      <dgm:spPr/>
      <dgm:t>
        <a:bodyPr/>
        <a:lstStyle/>
        <a:p>
          <a:endParaRPr lang="en-IN"/>
        </a:p>
      </dgm:t>
    </dgm:pt>
    <dgm:pt modelId="{4522C468-7B85-4CED-BA08-BFA205E36080}" type="sibTrans" cxnId="{6B74C4A4-AE28-4064-8DEE-39CEB85BB6EB}">
      <dgm:prSet/>
      <dgm:spPr/>
      <dgm:t>
        <a:bodyPr/>
        <a:lstStyle/>
        <a:p>
          <a:endParaRPr lang="en-IN"/>
        </a:p>
      </dgm:t>
    </dgm:pt>
    <dgm:pt modelId="{AA3AFA8A-AEE0-4E8C-A6A1-F9AA7CC7D94F}">
      <dgm:prSet phldrT="[Text]" phldr="0"/>
      <dgm:spPr/>
      <dgm:t>
        <a:bodyPr/>
        <a:lstStyle/>
        <a:p>
          <a:r>
            <a:rPr lang="en-IN" dirty="0"/>
            <a:t>Scalable </a:t>
          </a:r>
          <a:r>
            <a:rPr lang="en-IN" b="1" dirty="0"/>
            <a:t>Web</a:t>
          </a:r>
          <a:r>
            <a:rPr lang="en-IN" dirty="0"/>
            <a:t> and </a:t>
          </a:r>
          <a:r>
            <a:rPr lang="en-IN" b="1" dirty="0"/>
            <a:t>Android</a:t>
          </a:r>
          <a:r>
            <a:rPr lang="en-IN" dirty="0"/>
            <a:t> application</a:t>
          </a:r>
        </a:p>
      </dgm:t>
    </dgm:pt>
    <dgm:pt modelId="{64AD000B-B10D-4B93-9FA7-69DFF760E736}" type="parTrans" cxnId="{D9722964-80FC-4195-BF81-B90C7E85B26E}">
      <dgm:prSet/>
      <dgm:spPr/>
      <dgm:t>
        <a:bodyPr/>
        <a:lstStyle/>
        <a:p>
          <a:endParaRPr lang="en-IN"/>
        </a:p>
      </dgm:t>
    </dgm:pt>
    <dgm:pt modelId="{C75E3C77-3A53-48C1-A7A7-0FBC1D96D217}" type="sibTrans" cxnId="{D9722964-80FC-4195-BF81-B90C7E85B26E}">
      <dgm:prSet/>
      <dgm:spPr/>
      <dgm:t>
        <a:bodyPr/>
        <a:lstStyle/>
        <a:p>
          <a:endParaRPr lang="en-IN"/>
        </a:p>
      </dgm:t>
    </dgm:pt>
    <dgm:pt modelId="{5E7D51D4-0A94-409A-AE1E-BB930126D9D7}">
      <dgm:prSet phldrT="[Text]" phldr="0"/>
      <dgm:spPr/>
      <dgm:t>
        <a:bodyPr/>
        <a:lstStyle/>
        <a:p>
          <a:r>
            <a:rPr lang="en-IN" dirty="0"/>
            <a:t>Adopt emerging technologies like </a:t>
          </a:r>
          <a:r>
            <a:rPr lang="en-IN" b="1" dirty="0"/>
            <a:t>AI, Automation and Cloud Computing</a:t>
          </a:r>
        </a:p>
      </dgm:t>
    </dgm:pt>
    <dgm:pt modelId="{BEF837A6-D0D8-426E-A807-FDAF410B1E01}" type="parTrans" cxnId="{7DACF9CB-6B23-4838-A5B5-03950A767CA4}">
      <dgm:prSet/>
      <dgm:spPr/>
      <dgm:t>
        <a:bodyPr/>
        <a:lstStyle/>
        <a:p>
          <a:endParaRPr lang="en-IN"/>
        </a:p>
      </dgm:t>
    </dgm:pt>
    <dgm:pt modelId="{33826297-1E86-4A15-9B9D-3ACA0496003D}" type="sibTrans" cxnId="{7DACF9CB-6B23-4838-A5B5-03950A767CA4}">
      <dgm:prSet/>
      <dgm:spPr/>
      <dgm:t>
        <a:bodyPr/>
        <a:lstStyle/>
        <a:p>
          <a:endParaRPr lang="en-IN"/>
        </a:p>
      </dgm:t>
    </dgm:pt>
    <dgm:pt modelId="{2E892629-FE56-4307-9282-A8CE5E6E1871}">
      <dgm:prSet phldrT="[Text]" phldr="0"/>
      <dgm:spPr/>
      <dgm:t>
        <a:bodyPr/>
        <a:lstStyle/>
        <a:p>
          <a:r>
            <a:rPr lang="en-IN"/>
            <a:t>Mission</a:t>
          </a:r>
          <a:endParaRPr lang="en-IN" dirty="0"/>
        </a:p>
      </dgm:t>
    </dgm:pt>
    <dgm:pt modelId="{D3D8B67E-EF37-4792-92FA-FD951B6ED395}" type="parTrans" cxnId="{0113E546-6E28-48C3-B820-3456CEF69614}">
      <dgm:prSet/>
      <dgm:spPr/>
      <dgm:t>
        <a:bodyPr/>
        <a:lstStyle/>
        <a:p>
          <a:endParaRPr lang="en-IN"/>
        </a:p>
      </dgm:t>
    </dgm:pt>
    <dgm:pt modelId="{67C9F58B-481B-4497-B65C-B61255E431B6}" type="sibTrans" cxnId="{0113E546-6E28-48C3-B820-3456CEF69614}">
      <dgm:prSet/>
      <dgm:spPr/>
      <dgm:t>
        <a:bodyPr/>
        <a:lstStyle/>
        <a:p>
          <a:endParaRPr lang="en-IN"/>
        </a:p>
      </dgm:t>
    </dgm:pt>
    <dgm:pt modelId="{4DFEB65F-2831-41E2-81E8-EAF07699077B}">
      <dgm:prSet phldrT="[Text]" phldr="0"/>
      <dgm:spPr/>
      <dgm:t>
        <a:bodyPr/>
        <a:lstStyle/>
        <a:p>
          <a:r>
            <a:rPr lang="en-IN" dirty="0"/>
            <a:t>Leading Technology company in </a:t>
          </a:r>
          <a:r>
            <a:rPr lang="en-IN" b="1" dirty="0"/>
            <a:t>AI-native web and mobile solution</a:t>
          </a:r>
        </a:p>
      </dgm:t>
    </dgm:pt>
    <dgm:pt modelId="{A5385738-473B-4169-BF10-0B133073B5E0}" type="parTrans" cxnId="{18089455-DDD9-4F77-A4B5-BAB0A8AF1F73}">
      <dgm:prSet/>
      <dgm:spPr/>
      <dgm:t>
        <a:bodyPr/>
        <a:lstStyle/>
        <a:p>
          <a:endParaRPr lang="en-IN"/>
        </a:p>
      </dgm:t>
    </dgm:pt>
    <dgm:pt modelId="{60F165B2-E209-4D76-8119-E1DAAED8C23D}" type="sibTrans" cxnId="{18089455-DDD9-4F77-A4B5-BAB0A8AF1F73}">
      <dgm:prSet/>
      <dgm:spPr/>
      <dgm:t>
        <a:bodyPr/>
        <a:lstStyle/>
        <a:p>
          <a:endParaRPr lang="en-IN"/>
        </a:p>
      </dgm:t>
    </dgm:pt>
    <dgm:pt modelId="{E062D729-F822-48B4-BEED-44B67A1F9A7C}">
      <dgm:prSet phldrT="[Text]" phldr="0"/>
      <dgm:spPr/>
      <dgm:t>
        <a:bodyPr/>
        <a:lstStyle/>
        <a:p>
          <a:r>
            <a:rPr lang="en-IN" b="0" dirty="0"/>
            <a:t>Building </a:t>
          </a:r>
          <a:r>
            <a:rPr lang="en-IN" b="1" dirty="0"/>
            <a:t>intelligent and </a:t>
          </a:r>
          <a:r>
            <a:rPr lang="en-US" b="1" dirty="0"/>
            <a:t>scalable, and user-centric digital products</a:t>
          </a:r>
          <a:endParaRPr lang="en-IN" b="1" dirty="0"/>
        </a:p>
      </dgm:t>
    </dgm:pt>
    <dgm:pt modelId="{6E441636-E748-45E1-9B35-5778CB6991E7}" type="parTrans" cxnId="{C557D69B-1A76-4555-9735-EF74612B1926}">
      <dgm:prSet/>
      <dgm:spPr/>
      <dgm:t>
        <a:bodyPr/>
        <a:lstStyle/>
        <a:p>
          <a:endParaRPr lang="en-IN"/>
        </a:p>
      </dgm:t>
    </dgm:pt>
    <dgm:pt modelId="{3DBCC349-97FC-483C-B3CD-7CA7EE7F3C79}" type="sibTrans" cxnId="{C557D69B-1A76-4555-9735-EF74612B1926}">
      <dgm:prSet/>
      <dgm:spPr/>
      <dgm:t>
        <a:bodyPr/>
        <a:lstStyle/>
        <a:p>
          <a:endParaRPr lang="en-IN"/>
        </a:p>
      </dgm:t>
    </dgm:pt>
    <dgm:pt modelId="{2B1E9243-3E9B-4DD8-93BB-F02649FBEBB2}">
      <dgm:prSet phldrT="[Text]" phldr="0"/>
      <dgm:spPr/>
      <dgm:t>
        <a:bodyPr/>
        <a:lstStyle/>
        <a:p>
          <a:r>
            <a:rPr lang="en-IN" b="0"/>
            <a:t>Deliver</a:t>
          </a:r>
          <a:r>
            <a:rPr lang="en-IN" b="1"/>
            <a:t> </a:t>
          </a:r>
          <a:r>
            <a:rPr lang="en-IN"/>
            <a:t>high-performance applications across platforms</a:t>
          </a:r>
          <a:endParaRPr lang="en-IN" b="0" dirty="0"/>
        </a:p>
      </dgm:t>
    </dgm:pt>
    <dgm:pt modelId="{30287AC5-5CA5-45B3-82B2-14E9C794C876}" type="parTrans" cxnId="{8F208333-32A7-478F-B793-5299BC3B1E2F}">
      <dgm:prSet/>
      <dgm:spPr/>
      <dgm:t>
        <a:bodyPr/>
        <a:lstStyle/>
        <a:p>
          <a:endParaRPr lang="en-IN"/>
        </a:p>
      </dgm:t>
    </dgm:pt>
    <dgm:pt modelId="{3CE75951-0A0A-4908-A77C-A040CF559ABB}" type="sibTrans" cxnId="{8F208333-32A7-478F-B793-5299BC3B1E2F}">
      <dgm:prSet/>
      <dgm:spPr/>
      <dgm:t>
        <a:bodyPr/>
        <a:lstStyle/>
        <a:p>
          <a:endParaRPr lang="en-IN"/>
        </a:p>
      </dgm:t>
    </dgm:pt>
    <dgm:pt modelId="{5D60222A-CB10-4FCF-9741-08484D7391B1}" type="pres">
      <dgm:prSet presAssocID="{3FFE7022-C712-4D04-B0DA-DB26BF1522A4}" presName="Name0" presStyleCnt="0">
        <dgm:presLayoutVars>
          <dgm:dir/>
          <dgm:animLvl val="lvl"/>
          <dgm:resizeHandles val="exact"/>
        </dgm:presLayoutVars>
      </dgm:prSet>
      <dgm:spPr/>
    </dgm:pt>
    <dgm:pt modelId="{A60690AE-B141-46BB-879D-A732D9A02D66}" type="pres">
      <dgm:prSet presAssocID="{1864292A-279F-44D1-ACD1-05A428E383D9}" presName="composite" presStyleCnt="0"/>
      <dgm:spPr/>
    </dgm:pt>
    <dgm:pt modelId="{B2EC4D11-144D-4B41-AACB-98C449109F80}" type="pres">
      <dgm:prSet presAssocID="{1864292A-279F-44D1-ACD1-05A428E383D9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63853D33-8147-4807-B5D6-C81D86F6B43D}" type="pres">
      <dgm:prSet presAssocID="{1864292A-279F-44D1-ACD1-05A428E383D9}" presName="desTx" presStyleLbl="alignAccFollowNode1" presStyleIdx="0" presStyleCnt="2">
        <dgm:presLayoutVars>
          <dgm:bulletEnabled val="1"/>
        </dgm:presLayoutVars>
      </dgm:prSet>
      <dgm:spPr/>
    </dgm:pt>
    <dgm:pt modelId="{43F7DCAA-8397-4954-8D2C-1EFB0EBB0DDC}" type="pres">
      <dgm:prSet presAssocID="{4DBE228E-F0B8-4C50-A82C-CB8009C0A2F2}" presName="space" presStyleCnt="0"/>
      <dgm:spPr/>
    </dgm:pt>
    <dgm:pt modelId="{ECD573CD-F1BE-4C58-9150-A030EC34E027}" type="pres">
      <dgm:prSet presAssocID="{2E892629-FE56-4307-9282-A8CE5E6E1871}" presName="composite" presStyleCnt="0"/>
      <dgm:spPr/>
    </dgm:pt>
    <dgm:pt modelId="{E34F7B5E-DB52-47D9-A342-A29A39CAC83C}" type="pres">
      <dgm:prSet presAssocID="{2E892629-FE56-4307-9282-A8CE5E6E1871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472554A7-6B74-4F73-83E1-A24CAA246678}" type="pres">
      <dgm:prSet presAssocID="{2E892629-FE56-4307-9282-A8CE5E6E1871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F2020D0C-28BB-41D0-8CE0-6C09EA0BE7AB}" type="presOf" srcId="{E062D729-F822-48B4-BEED-44B67A1F9A7C}" destId="{63853D33-8147-4807-B5D6-C81D86F6B43D}" srcOrd="0" destOrd="1" presId="urn:microsoft.com/office/officeart/2005/8/layout/hList1"/>
    <dgm:cxn modelId="{8F208333-32A7-478F-B793-5299BC3B1E2F}" srcId="{1864292A-279F-44D1-ACD1-05A428E383D9}" destId="{2B1E9243-3E9B-4DD8-93BB-F02649FBEBB2}" srcOrd="2" destOrd="0" parTransId="{30287AC5-5CA5-45B3-82B2-14E9C794C876}" sibTransId="{3CE75951-0A0A-4908-A77C-A040CF559ABB}"/>
    <dgm:cxn modelId="{91F47942-C257-4731-91E6-3A8FA01643BA}" type="presOf" srcId="{1864292A-279F-44D1-ACD1-05A428E383D9}" destId="{B2EC4D11-144D-4B41-AACB-98C449109F80}" srcOrd="0" destOrd="0" presId="urn:microsoft.com/office/officeart/2005/8/layout/hList1"/>
    <dgm:cxn modelId="{D9722964-80FC-4195-BF81-B90C7E85B26E}" srcId="{2E892629-FE56-4307-9282-A8CE5E6E1871}" destId="{AA3AFA8A-AEE0-4E8C-A6A1-F9AA7CC7D94F}" srcOrd="1" destOrd="0" parTransId="{64AD000B-B10D-4B93-9FA7-69DFF760E736}" sibTransId="{C75E3C77-3A53-48C1-A7A7-0FBC1D96D217}"/>
    <dgm:cxn modelId="{26896366-0866-41C9-9664-5B276A3ECBF0}" type="presOf" srcId="{5E7D51D4-0A94-409A-AE1E-BB930126D9D7}" destId="{472554A7-6B74-4F73-83E1-A24CAA246678}" srcOrd="0" destOrd="2" presId="urn:microsoft.com/office/officeart/2005/8/layout/hList1"/>
    <dgm:cxn modelId="{0113E546-6E28-48C3-B820-3456CEF69614}" srcId="{3FFE7022-C712-4D04-B0DA-DB26BF1522A4}" destId="{2E892629-FE56-4307-9282-A8CE5E6E1871}" srcOrd="1" destOrd="0" parTransId="{D3D8B67E-EF37-4792-92FA-FD951B6ED395}" sibTransId="{67C9F58B-481B-4497-B65C-B61255E431B6}"/>
    <dgm:cxn modelId="{8ACC4A6C-4773-4CAD-BAD2-93AE65C55B37}" type="presOf" srcId="{2E892629-FE56-4307-9282-A8CE5E6E1871}" destId="{E34F7B5E-DB52-47D9-A342-A29A39CAC83C}" srcOrd="0" destOrd="0" presId="urn:microsoft.com/office/officeart/2005/8/layout/hList1"/>
    <dgm:cxn modelId="{371AD474-D247-4886-B046-D0AC6A9A58CC}" type="presOf" srcId="{2B1E9243-3E9B-4DD8-93BB-F02649FBEBB2}" destId="{63853D33-8147-4807-B5D6-C81D86F6B43D}" srcOrd="0" destOrd="2" presId="urn:microsoft.com/office/officeart/2005/8/layout/hList1"/>
    <dgm:cxn modelId="{18089455-DDD9-4F77-A4B5-BAB0A8AF1F73}" srcId="{1864292A-279F-44D1-ACD1-05A428E383D9}" destId="{4DFEB65F-2831-41E2-81E8-EAF07699077B}" srcOrd="0" destOrd="0" parTransId="{A5385738-473B-4169-BF10-0B133073B5E0}" sibTransId="{60F165B2-E209-4D76-8119-E1DAAED8C23D}"/>
    <dgm:cxn modelId="{FB804557-81B9-427B-BD59-40FD1A5E27A4}" type="presOf" srcId="{AA3AFA8A-AEE0-4E8C-A6A1-F9AA7CC7D94F}" destId="{472554A7-6B74-4F73-83E1-A24CAA246678}" srcOrd="0" destOrd="1" presId="urn:microsoft.com/office/officeart/2005/8/layout/hList1"/>
    <dgm:cxn modelId="{37DE1785-78EA-4AAB-906B-66AC89455261}" srcId="{3FFE7022-C712-4D04-B0DA-DB26BF1522A4}" destId="{1864292A-279F-44D1-ACD1-05A428E383D9}" srcOrd="0" destOrd="0" parTransId="{D3F16C45-A460-4512-A63A-7A7382A1B8BB}" sibTransId="{4DBE228E-F0B8-4C50-A82C-CB8009C0A2F2}"/>
    <dgm:cxn modelId="{858B4193-7B05-42B4-BE92-620282ACE49B}" type="presOf" srcId="{8872B9A7-4EBE-402E-8659-71B919714F34}" destId="{472554A7-6B74-4F73-83E1-A24CAA246678}" srcOrd="0" destOrd="0" presId="urn:microsoft.com/office/officeart/2005/8/layout/hList1"/>
    <dgm:cxn modelId="{A8479193-A2FA-45CE-9279-01586657F0CB}" type="presOf" srcId="{3FFE7022-C712-4D04-B0DA-DB26BF1522A4}" destId="{5D60222A-CB10-4FCF-9741-08484D7391B1}" srcOrd="0" destOrd="0" presId="urn:microsoft.com/office/officeart/2005/8/layout/hList1"/>
    <dgm:cxn modelId="{C557D69B-1A76-4555-9735-EF74612B1926}" srcId="{1864292A-279F-44D1-ACD1-05A428E383D9}" destId="{E062D729-F822-48B4-BEED-44B67A1F9A7C}" srcOrd="1" destOrd="0" parTransId="{6E441636-E748-45E1-9B35-5778CB6991E7}" sibTransId="{3DBCC349-97FC-483C-B3CD-7CA7EE7F3C79}"/>
    <dgm:cxn modelId="{6B74C4A4-AE28-4064-8DEE-39CEB85BB6EB}" srcId="{2E892629-FE56-4307-9282-A8CE5E6E1871}" destId="{8872B9A7-4EBE-402E-8659-71B919714F34}" srcOrd="0" destOrd="0" parTransId="{6A506D21-3285-4E0D-9E1D-0BF6952207B1}" sibTransId="{4522C468-7B85-4CED-BA08-BFA205E36080}"/>
    <dgm:cxn modelId="{FE1188C3-0D7C-437B-860F-84D79011DDCF}" type="presOf" srcId="{4DFEB65F-2831-41E2-81E8-EAF07699077B}" destId="{63853D33-8147-4807-B5D6-C81D86F6B43D}" srcOrd="0" destOrd="0" presId="urn:microsoft.com/office/officeart/2005/8/layout/hList1"/>
    <dgm:cxn modelId="{7DACF9CB-6B23-4838-A5B5-03950A767CA4}" srcId="{2E892629-FE56-4307-9282-A8CE5E6E1871}" destId="{5E7D51D4-0A94-409A-AE1E-BB930126D9D7}" srcOrd="2" destOrd="0" parTransId="{BEF837A6-D0D8-426E-A807-FDAF410B1E01}" sibTransId="{33826297-1E86-4A15-9B9D-3ACA0496003D}"/>
    <dgm:cxn modelId="{4DB3CF63-E4BD-41B7-B97E-29C61269A33B}" type="presParOf" srcId="{5D60222A-CB10-4FCF-9741-08484D7391B1}" destId="{A60690AE-B141-46BB-879D-A732D9A02D66}" srcOrd="0" destOrd="0" presId="urn:microsoft.com/office/officeart/2005/8/layout/hList1"/>
    <dgm:cxn modelId="{ACB6BA6B-6D03-4EDF-8967-B940CB5534B4}" type="presParOf" srcId="{A60690AE-B141-46BB-879D-A732D9A02D66}" destId="{B2EC4D11-144D-4B41-AACB-98C449109F80}" srcOrd="0" destOrd="0" presId="urn:microsoft.com/office/officeart/2005/8/layout/hList1"/>
    <dgm:cxn modelId="{F32F4EAA-78C1-4B18-BBDB-0B0108FEBDEE}" type="presParOf" srcId="{A60690AE-B141-46BB-879D-A732D9A02D66}" destId="{63853D33-8147-4807-B5D6-C81D86F6B43D}" srcOrd="1" destOrd="0" presId="urn:microsoft.com/office/officeart/2005/8/layout/hList1"/>
    <dgm:cxn modelId="{7F519BA5-B8BB-4831-9933-E95F405556FE}" type="presParOf" srcId="{5D60222A-CB10-4FCF-9741-08484D7391B1}" destId="{43F7DCAA-8397-4954-8D2C-1EFB0EBB0DDC}" srcOrd="1" destOrd="0" presId="urn:microsoft.com/office/officeart/2005/8/layout/hList1"/>
    <dgm:cxn modelId="{1ABE4A60-3C18-4068-858B-ADFFAFA8C569}" type="presParOf" srcId="{5D60222A-CB10-4FCF-9741-08484D7391B1}" destId="{ECD573CD-F1BE-4C58-9150-A030EC34E027}" srcOrd="2" destOrd="0" presId="urn:microsoft.com/office/officeart/2005/8/layout/hList1"/>
    <dgm:cxn modelId="{8BD08131-0F3E-479E-8C59-0E9B3111BC7C}" type="presParOf" srcId="{ECD573CD-F1BE-4C58-9150-A030EC34E027}" destId="{E34F7B5E-DB52-47D9-A342-A29A39CAC83C}" srcOrd="0" destOrd="0" presId="urn:microsoft.com/office/officeart/2005/8/layout/hList1"/>
    <dgm:cxn modelId="{EDFD4BCB-2E78-4CCD-B1FD-35C67FE732C9}" type="presParOf" srcId="{ECD573CD-F1BE-4C58-9150-A030EC34E027}" destId="{472554A7-6B74-4F73-83E1-A24CAA246678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533D256-5F87-4760-AD36-A9A62F094AF5}" type="doc">
      <dgm:prSet loTypeId="urn:microsoft.com/office/officeart/2005/8/layout/hList6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3B9678C1-F127-4F7E-9C37-30D3FB008905}">
      <dgm:prSet phldrT="[Text]"/>
      <dgm:spPr/>
      <dgm:t>
        <a:bodyPr/>
        <a:lstStyle/>
        <a:p>
          <a:pPr>
            <a:buNone/>
          </a:pPr>
          <a:r>
            <a:rPr lang="en-IN" dirty="0"/>
            <a:t>Develop responsive </a:t>
          </a:r>
          <a:r>
            <a:rPr lang="en-IN"/>
            <a:t>web interfaces</a:t>
          </a:r>
          <a:endParaRPr lang="en-IN" dirty="0"/>
        </a:p>
      </dgm:t>
    </dgm:pt>
    <dgm:pt modelId="{D2D4A038-927D-4073-BC6A-00689A3281CD}" type="parTrans" cxnId="{C12C19CA-3821-4452-9104-0C449A7CFAD1}">
      <dgm:prSet/>
      <dgm:spPr/>
      <dgm:t>
        <a:bodyPr/>
        <a:lstStyle/>
        <a:p>
          <a:endParaRPr lang="en-IN"/>
        </a:p>
      </dgm:t>
    </dgm:pt>
    <dgm:pt modelId="{E3F6946A-F4BB-4E7D-8971-E819BD5F34F2}" type="sibTrans" cxnId="{C12C19CA-3821-4452-9104-0C449A7CFAD1}">
      <dgm:prSet/>
      <dgm:spPr/>
      <dgm:t>
        <a:bodyPr/>
        <a:lstStyle/>
        <a:p>
          <a:endParaRPr lang="en-IN"/>
        </a:p>
      </dgm:t>
    </dgm:pt>
    <dgm:pt modelId="{77007002-F150-4582-825E-E99929121E85}">
      <dgm:prSet phldrT="[Text]"/>
      <dgm:spPr/>
      <dgm:t>
        <a:bodyPr/>
        <a:lstStyle/>
        <a:p>
          <a:pPr>
            <a:buNone/>
          </a:pPr>
          <a:r>
            <a:rPr lang="en-US" dirty="0"/>
            <a:t>Build scalable systems using CMS</a:t>
          </a:r>
          <a:endParaRPr lang="en-IN" dirty="0"/>
        </a:p>
      </dgm:t>
    </dgm:pt>
    <dgm:pt modelId="{DEF97660-63F2-47F5-BD25-0F7492AC4BAB}" type="parTrans" cxnId="{5D7013F0-0A64-469B-9773-914C0492ED68}">
      <dgm:prSet/>
      <dgm:spPr/>
      <dgm:t>
        <a:bodyPr/>
        <a:lstStyle/>
        <a:p>
          <a:endParaRPr lang="en-IN"/>
        </a:p>
      </dgm:t>
    </dgm:pt>
    <dgm:pt modelId="{80399407-7128-41B9-BB66-A125E2866C90}" type="sibTrans" cxnId="{5D7013F0-0A64-469B-9773-914C0492ED68}">
      <dgm:prSet/>
      <dgm:spPr/>
      <dgm:t>
        <a:bodyPr/>
        <a:lstStyle/>
        <a:p>
          <a:endParaRPr lang="en-IN"/>
        </a:p>
      </dgm:t>
    </dgm:pt>
    <dgm:pt modelId="{E6ED68C5-F618-419E-A1CD-A49243706AEF}">
      <dgm:prSet phldrT="[Text]"/>
      <dgm:spPr/>
      <dgm:t>
        <a:bodyPr/>
        <a:lstStyle/>
        <a:p>
          <a:pPr>
            <a:buNone/>
          </a:pPr>
          <a:r>
            <a:rPr lang="en-IN" dirty="0"/>
            <a:t>Improve UI/UX and accessibility</a:t>
          </a:r>
        </a:p>
      </dgm:t>
    </dgm:pt>
    <dgm:pt modelId="{BDD94475-4F05-4222-8A6E-EAD7BD124EC5}" type="parTrans" cxnId="{E842363C-7091-4F88-882C-3BA44B675413}">
      <dgm:prSet/>
      <dgm:spPr/>
      <dgm:t>
        <a:bodyPr/>
        <a:lstStyle/>
        <a:p>
          <a:endParaRPr lang="en-IN"/>
        </a:p>
      </dgm:t>
    </dgm:pt>
    <dgm:pt modelId="{654F0867-BCDC-4481-B783-AD4EA4346A80}" type="sibTrans" cxnId="{E842363C-7091-4F88-882C-3BA44B675413}">
      <dgm:prSet/>
      <dgm:spPr/>
      <dgm:t>
        <a:bodyPr/>
        <a:lstStyle/>
        <a:p>
          <a:endParaRPr lang="en-IN"/>
        </a:p>
      </dgm:t>
    </dgm:pt>
    <dgm:pt modelId="{95FEEE8B-4D02-4E8F-A63A-5C4BAEE5C629}">
      <dgm:prSet phldrT="[Text]"/>
      <dgm:spPr/>
      <dgm:t>
        <a:bodyPr/>
        <a:lstStyle/>
        <a:p>
          <a:pPr>
            <a:buNone/>
          </a:pPr>
          <a:r>
            <a:rPr lang="en-IN"/>
            <a:t>Ensure system stability via debugging</a:t>
          </a:r>
          <a:endParaRPr lang="en-IN" dirty="0"/>
        </a:p>
      </dgm:t>
    </dgm:pt>
    <dgm:pt modelId="{168ED39B-7D2A-4436-82B5-503B3FCC0C82}" type="parTrans" cxnId="{73DA47EC-2C40-45EA-8905-F1CEADF7DBE9}">
      <dgm:prSet/>
      <dgm:spPr/>
      <dgm:t>
        <a:bodyPr/>
        <a:lstStyle/>
        <a:p>
          <a:endParaRPr lang="en-IN"/>
        </a:p>
      </dgm:t>
    </dgm:pt>
    <dgm:pt modelId="{20E6B15C-960E-4E15-B99A-BCACCFE13FDB}" type="sibTrans" cxnId="{73DA47EC-2C40-45EA-8905-F1CEADF7DBE9}">
      <dgm:prSet/>
      <dgm:spPr/>
      <dgm:t>
        <a:bodyPr/>
        <a:lstStyle/>
        <a:p>
          <a:endParaRPr lang="en-IN"/>
        </a:p>
      </dgm:t>
    </dgm:pt>
    <dgm:pt modelId="{D7E63A3A-6AED-469E-ADC4-4843459CB714}" type="pres">
      <dgm:prSet presAssocID="{7533D256-5F87-4760-AD36-A9A62F094AF5}" presName="Name0" presStyleCnt="0">
        <dgm:presLayoutVars>
          <dgm:dir/>
          <dgm:resizeHandles val="exact"/>
        </dgm:presLayoutVars>
      </dgm:prSet>
      <dgm:spPr/>
    </dgm:pt>
    <dgm:pt modelId="{A45AD750-289A-4C21-8494-63BB984EA898}" type="pres">
      <dgm:prSet presAssocID="{3B9678C1-F127-4F7E-9C37-30D3FB008905}" presName="node" presStyleLbl="node1" presStyleIdx="0" presStyleCnt="4">
        <dgm:presLayoutVars>
          <dgm:bulletEnabled val="1"/>
        </dgm:presLayoutVars>
      </dgm:prSet>
      <dgm:spPr/>
    </dgm:pt>
    <dgm:pt modelId="{5C27824C-B4D9-4D9E-945B-C4764A6DB6DB}" type="pres">
      <dgm:prSet presAssocID="{E3F6946A-F4BB-4E7D-8971-E819BD5F34F2}" presName="sibTrans" presStyleCnt="0"/>
      <dgm:spPr/>
    </dgm:pt>
    <dgm:pt modelId="{764137B9-DF93-4CC4-9A0F-16D172779CA2}" type="pres">
      <dgm:prSet presAssocID="{77007002-F150-4582-825E-E99929121E85}" presName="node" presStyleLbl="node1" presStyleIdx="1" presStyleCnt="4">
        <dgm:presLayoutVars>
          <dgm:bulletEnabled val="1"/>
        </dgm:presLayoutVars>
      </dgm:prSet>
      <dgm:spPr/>
    </dgm:pt>
    <dgm:pt modelId="{F31421C6-8158-441E-90D4-141202FC3623}" type="pres">
      <dgm:prSet presAssocID="{80399407-7128-41B9-BB66-A125E2866C90}" presName="sibTrans" presStyleCnt="0"/>
      <dgm:spPr/>
    </dgm:pt>
    <dgm:pt modelId="{D22DB891-929A-429C-890D-58123D084B73}" type="pres">
      <dgm:prSet presAssocID="{E6ED68C5-F618-419E-A1CD-A49243706AEF}" presName="node" presStyleLbl="node1" presStyleIdx="2" presStyleCnt="4">
        <dgm:presLayoutVars>
          <dgm:bulletEnabled val="1"/>
        </dgm:presLayoutVars>
      </dgm:prSet>
      <dgm:spPr/>
    </dgm:pt>
    <dgm:pt modelId="{02AC48C4-7BB9-4E4A-BC13-650536762EF9}" type="pres">
      <dgm:prSet presAssocID="{654F0867-BCDC-4481-B783-AD4EA4346A80}" presName="sibTrans" presStyleCnt="0"/>
      <dgm:spPr/>
    </dgm:pt>
    <dgm:pt modelId="{280014CF-898A-438C-83C4-8E708BAEEB81}" type="pres">
      <dgm:prSet presAssocID="{95FEEE8B-4D02-4E8F-A63A-5C4BAEE5C629}" presName="node" presStyleLbl="node1" presStyleIdx="3" presStyleCnt="4">
        <dgm:presLayoutVars>
          <dgm:bulletEnabled val="1"/>
        </dgm:presLayoutVars>
      </dgm:prSet>
      <dgm:spPr/>
    </dgm:pt>
  </dgm:ptLst>
  <dgm:cxnLst>
    <dgm:cxn modelId="{E842363C-7091-4F88-882C-3BA44B675413}" srcId="{7533D256-5F87-4760-AD36-A9A62F094AF5}" destId="{E6ED68C5-F618-419E-A1CD-A49243706AEF}" srcOrd="2" destOrd="0" parTransId="{BDD94475-4F05-4222-8A6E-EAD7BD124EC5}" sibTransId="{654F0867-BCDC-4481-B783-AD4EA4346A80}"/>
    <dgm:cxn modelId="{050ADB4D-2323-4AFA-873F-3FAC9ED3A3E2}" type="presOf" srcId="{95FEEE8B-4D02-4E8F-A63A-5C4BAEE5C629}" destId="{280014CF-898A-438C-83C4-8E708BAEEB81}" srcOrd="0" destOrd="0" presId="urn:microsoft.com/office/officeart/2005/8/layout/hList6"/>
    <dgm:cxn modelId="{563C5950-B4CE-4AB4-A441-FEBD32BB3C0E}" type="presOf" srcId="{77007002-F150-4582-825E-E99929121E85}" destId="{764137B9-DF93-4CC4-9A0F-16D172779CA2}" srcOrd="0" destOrd="0" presId="urn:microsoft.com/office/officeart/2005/8/layout/hList6"/>
    <dgm:cxn modelId="{6063CC59-BC8D-43BA-91C2-29691B3CAABF}" type="presOf" srcId="{7533D256-5F87-4760-AD36-A9A62F094AF5}" destId="{D7E63A3A-6AED-469E-ADC4-4843459CB714}" srcOrd="0" destOrd="0" presId="urn:microsoft.com/office/officeart/2005/8/layout/hList6"/>
    <dgm:cxn modelId="{C12C19CA-3821-4452-9104-0C449A7CFAD1}" srcId="{7533D256-5F87-4760-AD36-A9A62F094AF5}" destId="{3B9678C1-F127-4F7E-9C37-30D3FB008905}" srcOrd="0" destOrd="0" parTransId="{D2D4A038-927D-4073-BC6A-00689A3281CD}" sibTransId="{E3F6946A-F4BB-4E7D-8971-E819BD5F34F2}"/>
    <dgm:cxn modelId="{E657A3CF-58D0-437F-B169-510DD00F5A35}" type="presOf" srcId="{3B9678C1-F127-4F7E-9C37-30D3FB008905}" destId="{A45AD750-289A-4C21-8494-63BB984EA898}" srcOrd="0" destOrd="0" presId="urn:microsoft.com/office/officeart/2005/8/layout/hList6"/>
    <dgm:cxn modelId="{73DA47EC-2C40-45EA-8905-F1CEADF7DBE9}" srcId="{7533D256-5F87-4760-AD36-A9A62F094AF5}" destId="{95FEEE8B-4D02-4E8F-A63A-5C4BAEE5C629}" srcOrd="3" destOrd="0" parTransId="{168ED39B-7D2A-4436-82B5-503B3FCC0C82}" sibTransId="{20E6B15C-960E-4E15-B99A-BCACCFE13FDB}"/>
    <dgm:cxn modelId="{5D7013F0-0A64-469B-9773-914C0492ED68}" srcId="{7533D256-5F87-4760-AD36-A9A62F094AF5}" destId="{77007002-F150-4582-825E-E99929121E85}" srcOrd="1" destOrd="0" parTransId="{DEF97660-63F2-47F5-BD25-0F7492AC4BAB}" sibTransId="{80399407-7128-41B9-BB66-A125E2866C90}"/>
    <dgm:cxn modelId="{694E3CF9-2422-425B-B6B0-AC9BB9CFBE63}" type="presOf" srcId="{E6ED68C5-F618-419E-A1CD-A49243706AEF}" destId="{D22DB891-929A-429C-890D-58123D084B73}" srcOrd="0" destOrd="0" presId="urn:microsoft.com/office/officeart/2005/8/layout/hList6"/>
    <dgm:cxn modelId="{7EDEBA66-3AF9-41EE-92C3-A3E5CCBD7DC7}" type="presParOf" srcId="{D7E63A3A-6AED-469E-ADC4-4843459CB714}" destId="{A45AD750-289A-4C21-8494-63BB984EA898}" srcOrd="0" destOrd="0" presId="urn:microsoft.com/office/officeart/2005/8/layout/hList6"/>
    <dgm:cxn modelId="{DB007344-2C8D-415C-9185-0578AC56C217}" type="presParOf" srcId="{D7E63A3A-6AED-469E-ADC4-4843459CB714}" destId="{5C27824C-B4D9-4D9E-945B-C4764A6DB6DB}" srcOrd="1" destOrd="0" presId="urn:microsoft.com/office/officeart/2005/8/layout/hList6"/>
    <dgm:cxn modelId="{7458105E-C19E-4AAC-B994-FCB63B23BE71}" type="presParOf" srcId="{D7E63A3A-6AED-469E-ADC4-4843459CB714}" destId="{764137B9-DF93-4CC4-9A0F-16D172779CA2}" srcOrd="2" destOrd="0" presId="urn:microsoft.com/office/officeart/2005/8/layout/hList6"/>
    <dgm:cxn modelId="{7BC31EB5-8023-48A2-9566-2DDFBB67AA66}" type="presParOf" srcId="{D7E63A3A-6AED-469E-ADC4-4843459CB714}" destId="{F31421C6-8158-441E-90D4-141202FC3623}" srcOrd="3" destOrd="0" presId="urn:microsoft.com/office/officeart/2005/8/layout/hList6"/>
    <dgm:cxn modelId="{75398EB7-4F7C-4278-B8FC-30B39AAE0668}" type="presParOf" srcId="{D7E63A3A-6AED-469E-ADC4-4843459CB714}" destId="{D22DB891-929A-429C-890D-58123D084B73}" srcOrd="4" destOrd="0" presId="urn:microsoft.com/office/officeart/2005/8/layout/hList6"/>
    <dgm:cxn modelId="{B2CAFD64-F44C-4846-A4F3-CCA639F43D22}" type="presParOf" srcId="{D7E63A3A-6AED-469E-ADC4-4843459CB714}" destId="{02AC48C4-7BB9-4E4A-BC13-650536762EF9}" srcOrd="5" destOrd="0" presId="urn:microsoft.com/office/officeart/2005/8/layout/hList6"/>
    <dgm:cxn modelId="{00D21A7F-EA31-47FF-9D55-623D717AD075}" type="presParOf" srcId="{D7E63A3A-6AED-469E-ADC4-4843459CB714}" destId="{280014CF-898A-438C-83C4-8E708BAEEB81}" srcOrd="6" destOrd="0" presId="urn:microsoft.com/office/officeart/2005/8/layout/hList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1FAD23B5-9804-4566-8659-1832D752FDD0}" type="doc">
      <dgm:prSet loTypeId="urn:microsoft.com/office/officeart/2011/layout/Tab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5644AF4-41AD-4900-BA10-278C62D94955}">
      <dgm:prSet phldrT="[Text]"/>
      <dgm:spPr/>
      <dgm:t>
        <a:bodyPr/>
        <a:lstStyle/>
        <a:p>
          <a:pPr>
            <a:buNone/>
          </a:pPr>
          <a:r>
            <a:rPr lang="en-IN" dirty="0"/>
            <a:t>Frontend Developer</a:t>
          </a:r>
        </a:p>
      </dgm:t>
    </dgm:pt>
    <dgm:pt modelId="{B3A295F5-83C1-49F9-89F2-15C288EFFCFC}" type="parTrans" cxnId="{CBC7AC22-19CD-4B0C-89E8-7FDA0FD2C0DC}">
      <dgm:prSet/>
      <dgm:spPr/>
      <dgm:t>
        <a:bodyPr/>
        <a:lstStyle/>
        <a:p>
          <a:endParaRPr lang="en-IN"/>
        </a:p>
      </dgm:t>
    </dgm:pt>
    <dgm:pt modelId="{B76B2AD0-FF24-4B28-9852-BC43562DDEE0}" type="sibTrans" cxnId="{CBC7AC22-19CD-4B0C-89E8-7FDA0FD2C0DC}">
      <dgm:prSet/>
      <dgm:spPr/>
      <dgm:t>
        <a:bodyPr/>
        <a:lstStyle/>
        <a:p>
          <a:endParaRPr lang="en-IN"/>
        </a:p>
      </dgm:t>
    </dgm:pt>
    <dgm:pt modelId="{853D9EEB-EB28-4A1A-8470-93F64EB2824A}">
      <dgm:prSet phldrT="[Text]"/>
      <dgm:spPr/>
      <dgm:t>
        <a:bodyPr/>
        <a:lstStyle/>
        <a:p>
          <a:pPr>
            <a:buNone/>
          </a:pPr>
          <a:r>
            <a:rPr lang="en-IN" dirty="0"/>
            <a:t>Developed responsive websites</a:t>
          </a:r>
        </a:p>
      </dgm:t>
    </dgm:pt>
    <dgm:pt modelId="{FA845D20-C4F3-4B6F-8DF2-C8B4F8A5937C}" type="parTrans" cxnId="{1C35821F-0CDA-46CA-93EC-F44D785F80E1}">
      <dgm:prSet/>
      <dgm:spPr/>
      <dgm:t>
        <a:bodyPr/>
        <a:lstStyle/>
        <a:p>
          <a:endParaRPr lang="en-IN"/>
        </a:p>
      </dgm:t>
    </dgm:pt>
    <dgm:pt modelId="{BEF53ED9-863E-4481-81F2-8C6BDC02A03E}" type="sibTrans" cxnId="{1C35821F-0CDA-46CA-93EC-F44D785F80E1}">
      <dgm:prSet/>
      <dgm:spPr/>
      <dgm:t>
        <a:bodyPr/>
        <a:lstStyle/>
        <a:p>
          <a:endParaRPr lang="en-IN"/>
        </a:p>
      </dgm:t>
    </dgm:pt>
    <dgm:pt modelId="{7F59B4DD-C7D1-43FD-9094-9665A376D3F4}">
      <dgm:prSet phldrT="[Text]" phldr="0"/>
      <dgm:spPr/>
      <dgm:t>
        <a:bodyPr/>
        <a:lstStyle/>
        <a:p>
          <a:r>
            <a:rPr lang="en-US" dirty="0"/>
            <a:t>Next JS</a:t>
          </a:r>
          <a:endParaRPr lang="en-IN" dirty="0"/>
        </a:p>
      </dgm:t>
    </dgm:pt>
    <dgm:pt modelId="{D5637FA8-F520-450E-9CE5-E2414B221D82}" type="parTrans" cxnId="{266EDAC1-4A3E-469A-93DA-7FE237A642FB}">
      <dgm:prSet/>
      <dgm:spPr/>
      <dgm:t>
        <a:bodyPr/>
        <a:lstStyle/>
        <a:p>
          <a:endParaRPr lang="en-IN"/>
        </a:p>
      </dgm:t>
    </dgm:pt>
    <dgm:pt modelId="{12B6D792-36D6-42CF-9129-ED8509FF217D}" type="sibTrans" cxnId="{266EDAC1-4A3E-469A-93DA-7FE237A642FB}">
      <dgm:prSet/>
      <dgm:spPr/>
      <dgm:t>
        <a:bodyPr/>
        <a:lstStyle/>
        <a:p>
          <a:endParaRPr lang="en-IN"/>
        </a:p>
      </dgm:t>
    </dgm:pt>
    <dgm:pt modelId="{6AB3E4F3-B622-46CE-B69D-09835DDA1994}">
      <dgm:prSet phldrT="[Text]"/>
      <dgm:spPr/>
      <dgm:t>
        <a:bodyPr/>
        <a:lstStyle/>
        <a:p>
          <a:pPr>
            <a:buNone/>
          </a:pPr>
          <a:r>
            <a:rPr lang="en-IN" dirty="0"/>
            <a:t>CMS Integrator</a:t>
          </a:r>
        </a:p>
      </dgm:t>
    </dgm:pt>
    <dgm:pt modelId="{7E514BCD-7C82-4599-9014-42E2F3EDD6B0}" type="parTrans" cxnId="{EB4F1079-374D-47D6-A127-827EF41F9F45}">
      <dgm:prSet/>
      <dgm:spPr/>
      <dgm:t>
        <a:bodyPr/>
        <a:lstStyle/>
        <a:p>
          <a:endParaRPr lang="en-IN"/>
        </a:p>
      </dgm:t>
    </dgm:pt>
    <dgm:pt modelId="{333BA2EC-076A-4484-B566-A41565630A98}" type="sibTrans" cxnId="{EB4F1079-374D-47D6-A127-827EF41F9F45}">
      <dgm:prSet/>
      <dgm:spPr/>
      <dgm:t>
        <a:bodyPr/>
        <a:lstStyle/>
        <a:p>
          <a:endParaRPr lang="en-IN"/>
        </a:p>
      </dgm:t>
    </dgm:pt>
    <dgm:pt modelId="{339AD805-8806-4127-BC18-A89186703EF1}">
      <dgm:prSet phldrT="[Text]"/>
      <dgm:spPr/>
      <dgm:t>
        <a:bodyPr/>
        <a:lstStyle/>
        <a:p>
          <a:pPr>
            <a:buNone/>
          </a:pPr>
          <a:r>
            <a:rPr lang="en-IN" dirty="0"/>
            <a:t>Integrated Sanity CMS</a:t>
          </a:r>
        </a:p>
      </dgm:t>
    </dgm:pt>
    <dgm:pt modelId="{2E68CDE0-59C6-4F77-BC3B-EDEC6C2C2292}" type="parTrans" cxnId="{B6C6B6F8-915E-4792-972F-17234A741939}">
      <dgm:prSet/>
      <dgm:spPr/>
      <dgm:t>
        <a:bodyPr/>
        <a:lstStyle/>
        <a:p>
          <a:endParaRPr lang="en-IN"/>
        </a:p>
      </dgm:t>
    </dgm:pt>
    <dgm:pt modelId="{4151926F-7BDF-46E5-97C4-AE71C0963A84}" type="sibTrans" cxnId="{B6C6B6F8-915E-4792-972F-17234A741939}">
      <dgm:prSet/>
      <dgm:spPr/>
      <dgm:t>
        <a:bodyPr/>
        <a:lstStyle/>
        <a:p>
          <a:endParaRPr lang="en-IN"/>
        </a:p>
      </dgm:t>
    </dgm:pt>
    <dgm:pt modelId="{1F650511-3B78-4216-AB6F-3CE8E5D6917E}">
      <dgm:prSet phldrT="[Text]"/>
      <dgm:spPr/>
      <dgm:t>
        <a:bodyPr/>
        <a:lstStyle/>
        <a:p>
          <a:pPr>
            <a:buNone/>
          </a:pPr>
          <a:r>
            <a:rPr lang="en-IN" dirty="0"/>
            <a:t>Sanity CMS</a:t>
          </a:r>
        </a:p>
      </dgm:t>
    </dgm:pt>
    <dgm:pt modelId="{53FC2415-6714-4EF0-97DE-B43F5121E13E}" type="parTrans" cxnId="{A6E12601-7DAF-4E0F-9B3C-0CF355C80C6E}">
      <dgm:prSet/>
      <dgm:spPr/>
      <dgm:t>
        <a:bodyPr/>
        <a:lstStyle/>
        <a:p>
          <a:endParaRPr lang="en-IN"/>
        </a:p>
      </dgm:t>
    </dgm:pt>
    <dgm:pt modelId="{F3B02D61-6365-4440-A0E6-4F728CAE434C}" type="sibTrans" cxnId="{A6E12601-7DAF-4E0F-9B3C-0CF355C80C6E}">
      <dgm:prSet/>
      <dgm:spPr/>
      <dgm:t>
        <a:bodyPr/>
        <a:lstStyle/>
        <a:p>
          <a:endParaRPr lang="en-IN"/>
        </a:p>
      </dgm:t>
    </dgm:pt>
    <dgm:pt modelId="{D4414F0E-1FF8-48A8-9565-CD9128357F3D}">
      <dgm:prSet phldrT="[Text]"/>
      <dgm:spPr/>
      <dgm:t>
        <a:bodyPr/>
        <a:lstStyle/>
        <a:p>
          <a:pPr>
            <a:buNone/>
          </a:pPr>
          <a:r>
            <a:rPr lang="en-IN" dirty="0"/>
            <a:t>Debugging &amp; QA</a:t>
          </a:r>
        </a:p>
      </dgm:t>
    </dgm:pt>
    <dgm:pt modelId="{1EF0D3F6-E19F-44B4-B540-D4C7247E5151}" type="parTrans" cxnId="{08C70289-8142-486C-9DB0-1A2F6AC316FB}">
      <dgm:prSet/>
      <dgm:spPr/>
      <dgm:t>
        <a:bodyPr/>
        <a:lstStyle/>
        <a:p>
          <a:endParaRPr lang="en-IN"/>
        </a:p>
      </dgm:t>
    </dgm:pt>
    <dgm:pt modelId="{83722EA1-1967-4D20-A2D2-3E1F520702D5}" type="sibTrans" cxnId="{08C70289-8142-486C-9DB0-1A2F6AC316FB}">
      <dgm:prSet/>
      <dgm:spPr/>
      <dgm:t>
        <a:bodyPr/>
        <a:lstStyle/>
        <a:p>
          <a:endParaRPr lang="en-IN"/>
        </a:p>
      </dgm:t>
    </dgm:pt>
    <dgm:pt modelId="{084CC761-F75E-4323-8929-52AC3F4EAEF1}">
      <dgm:prSet phldrT="[Text]"/>
      <dgm:spPr/>
      <dgm:t>
        <a:bodyPr/>
        <a:lstStyle/>
        <a:p>
          <a:pPr>
            <a:buNone/>
          </a:pPr>
          <a:r>
            <a:rPr lang="en-IN" dirty="0"/>
            <a:t>Fixed bugs &amp; </a:t>
          </a:r>
          <a:r>
            <a:rPr lang="en-IN"/>
            <a:t>optimized performance</a:t>
          </a:r>
          <a:endParaRPr lang="en-IN" dirty="0"/>
        </a:p>
      </dgm:t>
    </dgm:pt>
    <dgm:pt modelId="{038122BF-DE18-48F5-BB65-6806EBCF7901}" type="parTrans" cxnId="{400FD7A3-B0A1-4335-8AFB-39D768905F57}">
      <dgm:prSet/>
      <dgm:spPr/>
      <dgm:t>
        <a:bodyPr/>
        <a:lstStyle/>
        <a:p>
          <a:endParaRPr lang="en-IN"/>
        </a:p>
      </dgm:t>
    </dgm:pt>
    <dgm:pt modelId="{F974E4E5-49B9-4BCD-A144-0EC31A124D0A}" type="sibTrans" cxnId="{400FD7A3-B0A1-4335-8AFB-39D768905F57}">
      <dgm:prSet/>
      <dgm:spPr/>
      <dgm:t>
        <a:bodyPr/>
        <a:lstStyle/>
        <a:p>
          <a:endParaRPr lang="en-IN"/>
        </a:p>
      </dgm:t>
    </dgm:pt>
    <dgm:pt modelId="{7F2763EB-D84A-4D1A-92B0-BB05DF3F48F2}">
      <dgm:prSet phldrT="[Text]" phldr="0"/>
      <dgm:spPr/>
      <dgm:t>
        <a:bodyPr/>
        <a:lstStyle/>
        <a:p>
          <a:r>
            <a:rPr lang="en-US" dirty="0"/>
            <a:t>Tailwind</a:t>
          </a:r>
          <a:endParaRPr lang="en-IN" dirty="0"/>
        </a:p>
      </dgm:t>
    </dgm:pt>
    <dgm:pt modelId="{E13668EC-6FE5-48A6-A624-D3DAE05C1220}" type="parTrans" cxnId="{4B6533E1-D39A-4947-BC3F-4D96BF8D4FDC}">
      <dgm:prSet/>
      <dgm:spPr/>
      <dgm:t>
        <a:bodyPr/>
        <a:lstStyle/>
        <a:p>
          <a:endParaRPr lang="en-IN"/>
        </a:p>
      </dgm:t>
    </dgm:pt>
    <dgm:pt modelId="{6E87D0D8-69EA-4716-A1C0-9C5C326B58F3}" type="sibTrans" cxnId="{4B6533E1-D39A-4947-BC3F-4D96BF8D4FDC}">
      <dgm:prSet/>
      <dgm:spPr/>
      <dgm:t>
        <a:bodyPr/>
        <a:lstStyle/>
        <a:p>
          <a:endParaRPr lang="en-IN"/>
        </a:p>
      </dgm:t>
    </dgm:pt>
    <dgm:pt modelId="{7F6BA085-B84A-4613-BAD0-25291988AD3D}">
      <dgm:prSet phldrT="[Text]" phldr="0"/>
      <dgm:spPr/>
      <dgm:t>
        <a:bodyPr/>
        <a:lstStyle/>
        <a:p>
          <a:r>
            <a:rPr lang="en-US" dirty="0"/>
            <a:t>React JS </a:t>
          </a:r>
          <a:endParaRPr lang="en-IN" dirty="0"/>
        </a:p>
      </dgm:t>
    </dgm:pt>
    <dgm:pt modelId="{7E466A22-F843-4CC5-A2A0-93E74BB89CF8}" type="parTrans" cxnId="{27F2B2FD-A40F-4728-882A-1D491D2AE6C3}">
      <dgm:prSet/>
      <dgm:spPr/>
      <dgm:t>
        <a:bodyPr/>
        <a:lstStyle/>
        <a:p>
          <a:endParaRPr lang="en-IN"/>
        </a:p>
      </dgm:t>
    </dgm:pt>
    <dgm:pt modelId="{B7B55419-924D-4D24-9FBB-5674CCE83EC0}" type="sibTrans" cxnId="{27F2B2FD-A40F-4728-882A-1D491D2AE6C3}">
      <dgm:prSet/>
      <dgm:spPr/>
      <dgm:t>
        <a:bodyPr/>
        <a:lstStyle/>
        <a:p>
          <a:endParaRPr lang="en-IN"/>
        </a:p>
      </dgm:t>
    </dgm:pt>
    <dgm:pt modelId="{E131FF65-AF26-48D5-8CE1-17F05952A68C}" type="pres">
      <dgm:prSet presAssocID="{1FAD23B5-9804-4566-8659-1832D752FDD0}" presName="Name0" presStyleCnt="0">
        <dgm:presLayoutVars>
          <dgm:chMax/>
          <dgm:chPref val="3"/>
          <dgm:dir/>
          <dgm:animOne val="branch"/>
          <dgm:animLvl val="lvl"/>
        </dgm:presLayoutVars>
      </dgm:prSet>
      <dgm:spPr/>
    </dgm:pt>
    <dgm:pt modelId="{0F054CB6-68AF-409F-AE9E-495D773BAAB8}" type="pres">
      <dgm:prSet presAssocID="{95644AF4-41AD-4900-BA10-278C62D94955}" presName="composite" presStyleCnt="0"/>
      <dgm:spPr/>
    </dgm:pt>
    <dgm:pt modelId="{00361574-7A16-4625-9019-68478CE3BECD}" type="pres">
      <dgm:prSet presAssocID="{95644AF4-41AD-4900-BA10-278C62D94955}" presName="FirstChild" presStyleLbl="revTx" presStyleIdx="0" presStyleCnt="5">
        <dgm:presLayoutVars>
          <dgm:chMax val="0"/>
          <dgm:chPref val="0"/>
          <dgm:bulletEnabled val="1"/>
        </dgm:presLayoutVars>
      </dgm:prSet>
      <dgm:spPr/>
    </dgm:pt>
    <dgm:pt modelId="{37BC4E87-E764-45B1-BB8E-724E79B2118D}" type="pres">
      <dgm:prSet presAssocID="{95644AF4-41AD-4900-BA10-278C62D94955}" presName="Parent" presStyleLbl="alignNode1" presStyleIdx="0" presStyleCnt="3">
        <dgm:presLayoutVars>
          <dgm:chMax val="3"/>
          <dgm:chPref val="3"/>
          <dgm:bulletEnabled val="1"/>
        </dgm:presLayoutVars>
      </dgm:prSet>
      <dgm:spPr/>
    </dgm:pt>
    <dgm:pt modelId="{CF7B60EA-5DFF-4B73-942B-A0956EDD2B9A}" type="pres">
      <dgm:prSet presAssocID="{95644AF4-41AD-4900-BA10-278C62D94955}" presName="Accent" presStyleLbl="parChTrans1D1" presStyleIdx="0" presStyleCnt="3"/>
      <dgm:spPr/>
    </dgm:pt>
    <dgm:pt modelId="{C4DB2129-8A8D-4D79-8A2A-8907D51E8635}" type="pres">
      <dgm:prSet presAssocID="{95644AF4-41AD-4900-BA10-278C62D94955}" presName="Child" presStyleLbl="revTx" presStyleIdx="1" presStyleCnt="5">
        <dgm:presLayoutVars>
          <dgm:chMax val="0"/>
          <dgm:chPref val="0"/>
          <dgm:bulletEnabled val="1"/>
        </dgm:presLayoutVars>
      </dgm:prSet>
      <dgm:spPr/>
    </dgm:pt>
    <dgm:pt modelId="{D6334059-F947-4391-A45F-F9C60E9D36DC}" type="pres">
      <dgm:prSet presAssocID="{B76B2AD0-FF24-4B28-9852-BC43562DDEE0}" presName="sibTrans" presStyleCnt="0"/>
      <dgm:spPr/>
    </dgm:pt>
    <dgm:pt modelId="{14A25779-D34F-4891-8964-5D8FA9C67964}" type="pres">
      <dgm:prSet presAssocID="{6AB3E4F3-B622-46CE-B69D-09835DDA1994}" presName="composite" presStyleCnt="0"/>
      <dgm:spPr/>
    </dgm:pt>
    <dgm:pt modelId="{FFDA1F0A-E426-4269-96F7-308BF4EF3B3A}" type="pres">
      <dgm:prSet presAssocID="{6AB3E4F3-B622-46CE-B69D-09835DDA1994}" presName="FirstChild" presStyleLbl="revTx" presStyleIdx="2" presStyleCnt="5">
        <dgm:presLayoutVars>
          <dgm:chMax val="0"/>
          <dgm:chPref val="0"/>
          <dgm:bulletEnabled val="1"/>
        </dgm:presLayoutVars>
      </dgm:prSet>
      <dgm:spPr/>
    </dgm:pt>
    <dgm:pt modelId="{6980EDAF-3DBB-4B1A-8133-086EF77B202C}" type="pres">
      <dgm:prSet presAssocID="{6AB3E4F3-B622-46CE-B69D-09835DDA1994}" presName="Parent" presStyleLbl="alignNode1" presStyleIdx="1" presStyleCnt="3">
        <dgm:presLayoutVars>
          <dgm:chMax val="3"/>
          <dgm:chPref val="3"/>
          <dgm:bulletEnabled val="1"/>
        </dgm:presLayoutVars>
      </dgm:prSet>
      <dgm:spPr/>
    </dgm:pt>
    <dgm:pt modelId="{D3A0A640-ECB5-407E-A970-F246A7F3B237}" type="pres">
      <dgm:prSet presAssocID="{6AB3E4F3-B622-46CE-B69D-09835DDA1994}" presName="Accent" presStyleLbl="parChTrans1D1" presStyleIdx="1" presStyleCnt="3"/>
      <dgm:spPr/>
    </dgm:pt>
    <dgm:pt modelId="{409B2484-ECFD-468E-8B60-A81D1E78CDBE}" type="pres">
      <dgm:prSet presAssocID="{6AB3E4F3-B622-46CE-B69D-09835DDA1994}" presName="Child" presStyleLbl="revTx" presStyleIdx="3" presStyleCnt="5">
        <dgm:presLayoutVars>
          <dgm:chMax val="0"/>
          <dgm:chPref val="0"/>
          <dgm:bulletEnabled val="1"/>
        </dgm:presLayoutVars>
      </dgm:prSet>
      <dgm:spPr/>
    </dgm:pt>
    <dgm:pt modelId="{B902FFE2-25C4-4CAB-9292-15F0405F6350}" type="pres">
      <dgm:prSet presAssocID="{333BA2EC-076A-4484-B566-A41565630A98}" presName="sibTrans" presStyleCnt="0"/>
      <dgm:spPr/>
    </dgm:pt>
    <dgm:pt modelId="{F83938B2-DF8F-48EB-85E6-36199D5719E7}" type="pres">
      <dgm:prSet presAssocID="{D4414F0E-1FF8-48A8-9565-CD9128357F3D}" presName="composite" presStyleCnt="0"/>
      <dgm:spPr/>
    </dgm:pt>
    <dgm:pt modelId="{4B7DA83A-490D-42C5-A728-10435189794A}" type="pres">
      <dgm:prSet presAssocID="{D4414F0E-1FF8-48A8-9565-CD9128357F3D}" presName="FirstChild" presStyleLbl="revTx" presStyleIdx="4" presStyleCnt="5">
        <dgm:presLayoutVars>
          <dgm:chMax val="0"/>
          <dgm:chPref val="0"/>
          <dgm:bulletEnabled val="1"/>
        </dgm:presLayoutVars>
      </dgm:prSet>
      <dgm:spPr/>
    </dgm:pt>
    <dgm:pt modelId="{60775959-C3A5-46A2-85F2-BFFB4847C359}" type="pres">
      <dgm:prSet presAssocID="{D4414F0E-1FF8-48A8-9565-CD9128357F3D}" presName="Parent" presStyleLbl="alignNode1" presStyleIdx="2" presStyleCnt="3">
        <dgm:presLayoutVars>
          <dgm:chMax val="3"/>
          <dgm:chPref val="3"/>
          <dgm:bulletEnabled val="1"/>
        </dgm:presLayoutVars>
      </dgm:prSet>
      <dgm:spPr/>
    </dgm:pt>
    <dgm:pt modelId="{90446503-3937-429C-8971-B6FE82F7F938}" type="pres">
      <dgm:prSet presAssocID="{D4414F0E-1FF8-48A8-9565-CD9128357F3D}" presName="Accent" presStyleLbl="parChTrans1D1" presStyleIdx="2" presStyleCnt="3"/>
      <dgm:spPr/>
    </dgm:pt>
  </dgm:ptLst>
  <dgm:cxnLst>
    <dgm:cxn modelId="{A6E12601-7DAF-4E0F-9B3C-0CF355C80C6E}" srcId="{6AB3E4F3-B622-46CE-B69D-09835DDA1994}" destId="{1F650511-3B78-4216-AB6F-3CE8E5D6917E}" srcOrd="1" destOrd="0" parTransId="{53FC2415-6714-4EF0-97DE-B43F5121E13E}" sibTransId="{F3B02D61-6365-4440-A0E6-4F728CAE434C}"/>
    <dgm:cxn modelId="{0A300B0F-EB9B-45A3-8D7B-7164816554F2}" type="presOf" srcId="{95644AF4-41AD-4900-BA10-278C62D94955}" destId="{37BC4E87-E764-45B1-BB8E-724E79B2118D}" srcOrd="0" destOrd="0" presId="urn:microsoft.com/office/officeart/2011/layout/TabList"/>
    <dgm:cxn modelId="{5C2BD310-3F1A-44F5-B418-F64A15A624EB}" type="presOf" srcId="{7F2763EB-D84A-4D1A-92B0-BB05DF3F48F2}" destId="{C4DB2129-8A8D-4D79-8A2A-8907D51E8635}" srcOrd="0" destOrd="2" presId="urn:microsoft.com/office/officeart/2011/layout/TabList"/>
    <dgm:cxn modelId="{1C35821F-0CDA-46CA-93EC-F44D785F80E1}" srcId="{95644AF4-41AD-4900-BA10-278C62D94955}" destId="{853D9EEB-EB28-4A1A-8470-93F64EB2824A}" srcOrd="0" destOrd="0" parTransId="{FA845D20-C4F3-4B6F-8DF2-C8B4F8A5937C}" sibTransId="{BEF53ED9-863E-4481-81F2-8C6BDC02A03E}"/>
    <dgm:cxn modelId="{CBC7AC22-19CD-4B0C-89E8-7FDA0FD2C0DC}" srcId="{1FAD23B5-9804-4566-8659-1832D752FDD0}" destId="{95644AF4-41AD-4900-BA10-278C62D94955}" srcOrd="0" destOrd="0" parTransId="{B3A295F5-83C1-49F9-89F2-15C288EFFCFC}" sibTransId="{B76B2AD0-FF24-4B28-9852-BC43562DDEE0}"/>
    <dgm:cxn modelId="{F2497C23-EDBB-423E-A662-F9B573A9F412}" type="presOf" srcId="{1FAD23B5-9804-4566-8659-1832D752FDD0}" destId="{E131FF65-AF26-48D5-8CE1-17F05952A68C}" srcOrd="0" destOrd="0" presId="urn:microsoft.com/office/officeart/2011/layout/TabList"/>
    <dgm:cxn modelId="{1E1B3B31-6C66-4A56-9A71-C3DD9C485A3D}" type="presOf" srcId="{853D9EEB-EB28-4A1A-8470-93F64EB2824A}" destId="{00361574-7A16-4625-9019-68478CE3BECD}" srcOrd="0" destOrd="0" presId="urn:microsoft.com/office/officeart/2011/layout/TabList"/>
    <dgm:cxn modelId="{FFA89A31-FC51-4680-ACA2-C794B0A51EA1}" type="presOf" srcId="{084CC761-F75E-4323-8929-52AC3F4EAEF1}" destId="{4B7DA83A-490D-42C5-A728-10435189794A}" srcOrd="0" destOrd="0" presId="urn:microsoft.com/office/officeart/2011/layout/TabList"/>
    <dgm:cxn modelId="{0AC16768-D3B9-406D-8E37-9C21463D343D}" type="presOf" srcId="{1F650511-3B78-4216-AB6F-3CE8E5D6917E}" destId="{409B2484-ECFD-468E-8B60-A81D1E78CDBE}" srcOrd="0" destOrd="0" presId="urn:microsoft.com/office/officeart/2011/layout/TabList"/>
    <dgm:cxn modelId="{5203F04D-1EBB-405B-9AF6-0725F55301FC}" type="presOf" srcId="{6AB3E4F3-B622-46CE-B69D-09835DDA1994}" destId="{6980EDAF-3DBB-4B1A-8133-086EF77B202C}" srcOrd="0" destOrd="0" presId="urn:microsoft.com/office/officeart/2011/layout/TabList"/>
    <dgm:cxn modelId="{EB4F1079-374D-47D6-A127-827EF41F9F45}" srcId="{1FAD23B5-9804-4566-8659-1832D752FDD0}" destId="{6AB3E4F3-B622-46CE-B69D-09835DDA1994}" srcOrd="1" destOrd="0" parTransId="{7E514BCD-7C82-4599-9014-42E2F3EDD6B0}" sibTransId="{333BA2EC-076A-4484-B566-A41565630A98}"/>
    <dgm:cxn modelId="{7070DE87-C184-40A5-A1ED-B8B63909511C}" type="presOf" srcId="{339AD805-8806-4127-BC18-A89186703EF1}" destId="{FFDA1F0A-E426-4269-96F7-308BF4EF3B3A}" srcOrd="0" destOrd="0" presId="urn:microsoft.com/office/officeart/2011/layout/TabList"/>
    <dgm:cxn modelId="{08C70289-8142-486C-9DB0-1A2F6AC316FB}" srcId="{1FAD23B5-9804-4566-8659-1832D752FDD0}" destId="{D4414F0E-1FF8-48A8-9565-CD9128357F3D}" srcOrd="2" destOrd="0" parTransId="{1EF0D3F6-E19F-44B4-B540-D4C7247E5151}" sibTransId="{83722EA1-1967-4D20-A2D2-3E1F520702D5}"/>
    <dgm:cxn modelId="{2C6D2D9B-7B59-4FF6-909D-9B1DC8E37559}" type="presOf" srcId="{7F6BA085-B84A-4613-BAD0-25291988AD3D}" destId="{C4DB2129-8A8D-4D79-8A2A-8907D51E8635}" srcOrd="0" destOrd="1" presId="urn:microsoft.com/office/officeart/2011/layout/TabList"/>
    <dgm:cxn modelId="{4C8821A3-86A5-4036-898F-E68805C50DEB}" type="presOf" srcId="{7F59B4DD-C7D1-43FD-9094-9665A376D3F4}" destId="{C4DB2129-8A8D-4D79-8A2A-8907D51E8635}" srcOrd="0" destOrd="0" presId="urn:microsoft.com/office/officeart/2011/layout/TabList"/>
    <dgm:cxn modelId="{B712B4A3-8284-4C6D-A1E9-14A1C8380C82}" type="presOf" srcId="{D4414F0E-1FF8-48A8-9565-CD9128357F3D}" destId="{60775959-C3A5-46A2-85F2-BFFB4847C359}" srcOrd="0" destOrd="0" presId="urn:microsoft.com/office/officeart/2011/layout/TabList"/>
    <dgm:cxn modelId="{400FD7A3-B0A1-4335-8AFB-39D768905F57}" srcId="{D4414F0E-1FF8-48A8-9565-CD9128357F3D}" destId="{084CC761-F75E-4323-8929-52AC3F4EAEF1}" srcOrd="0" destOrd="0" parTransId="{038122BF-DE18-48F5-BB65-6806EBCF7901}" sibTransId="{F974E4E5-49B9-4BCD-A144-0EC31A124D0A}"/>
    <dgm:cxn modelId="{266EDAC1-4A3E-469A-93DA-7FE237A642FB}" srcId="{95644AF4-41AD-4900-BA10-278C62D94955}" destId="{7F59B4DD-C7D1-43FD-9094-9665A376D3F4}" srcOrd="1" destOrd="0" parTransId="{D5637FA8-F520-450E-9CE5-E2414B221D82}" sibTransId="{12B6D792-36D6-42CF-9129-ED8509FF217D}"/>
    <dgm:cxn modelId="{4B6533E1-D39A-4947-BC3F-4D96BF8D4FDC}" srcId="{95644AF4-41AD-4900-BA10-278C62D94955}" destId="{7F2763EB-D84A-4D1A-92B0-BB05DF3F48F2}" srcOrd="3" destOrd="0" parTransId="{E13668EC-6FE5-48A6-A624-D3DAE05C1220}" sibTransId="{6E87D0D8-69EA-4716-A1C0-9C5C326B58F3}"/>
    <dgm:cxn modelId="{B6C6B6F8-915E-4792-972F-17234A741939}" srcId="{6AB3E4F3-B622-46CE-B69D-09835DDA1994}" destId="{339AD805-8806-4127-BC18-A89186703EF1}" srcOrd="0" destOrd="0" parTransId="{2E68CDE0-59C6-4F77-BC3B-EDEC6C2C2292}" sibTransId="{4151926F-7BDF-46E5-97C4-AE71C0963A84}"/>
    <dgm:cxn modelId="{27F2B2FD-A40F-4728-882A-1D491D2AE6C3}" srcId="{95644AF4-41AD-4900-BA10-278C62D94955}" destId="{7F6BA085-B84A-4613-BAD0-25291988AD3D}" srcOrd="2" destOrd="0" parTransId="{7E466A22-F843-4CC5-A2A0-93E74BB89CF8}" sibTransId="{B7B55419-924D-4D24-9FBB-5674CCE83EC0}"/>
    <dgm:cxn modelId="{BDFC8F66-47B9-4E3C-8231-E9992BAE611D}" type="presParOf" srcId="{E131FF65-AF26-48D5-8CE1-17F05952A68C}" destId="{0F054CB6-68AF-409F-AE9E-495D773BAAB8}" srcOrd="0" destOrd="0" presId="urn:microsoft.com/office/officeart/2011/layout/TabList"/>
    <dgm:cxn modelId="{5DE3B73A-9D04-4806-9212-806529CB199B}" type="presParOf" srcId="{0F054CB6-68AF-409F-AE9E-495D773BAAB8}" destId="{00361574-7A16-4625-9019-68478CE3BECD}" srcOrd="0" destOrd="0" presId="urn:microsoft.com/office/officeart/2011/layout/TabList"/>
    <dgm:cxn modelId="{682CCD8C-F14C-4291-9117-46CAB7282709}" type="presParOf" srcId="{0F054CB6-68AF-409F-AE9E-495D773BAAB8}" destId="{37BC4E87-E764-45B1-BB8E-724E79B2118D}" srcOrd="1" destOrd="0" presId="urn:microsoft.com/office/officeart/2011/layout/TabList"/>
    <dgm:cxn modelId="{B37E44B5-64C6-4CE6-B34B-A68929FC1681}" type="presParOf" srcId="{0F054CB6-68AF-409F-AE9E-495D773BAAB8}" destId="{CF7B60EA-5DFF-4B73-942B-A0956EDD2B9A}" srcOrd="2" destOrd="0" presId="urn:microsoft.com/office/officeart/2011/layout/TabList"/>
    <dgm:cxn modelId="{2175358F-C965-431C-9D76-F10B2CC1E0BA}" type="presParOf" srcId="{E131FF65-AF26-48D5-8CE1-17F05952A68C}" destId="{C4DB2129-8A8D-4D79-8A2A-8907D51E8635}" srcOrd="1" destOrd="0" presId="urn:microsoft.com/office/officeart/2011/layout/TabList"/>
    <dgm:cxn modelId="{51E49012-7D4E-4091-B1F1-86D3DF6D1C35}" type="presParOf" srcId="{E131FF65-AF26-48D5-8CE1-17F05952A68C}" destId="{D6334059-F947-4391-A45F-F9C60E9D36DC}" srcOrd="2" destOrd="0" presId="urn:microsoft.com/office/officeart/2011/layout/TabList"/>
    <dgm:cxn modelId="{52B13F93-1593-4F44-A993-91ECB66424D0}" type="presParOf" srcId="{E131FF65-AF26-48D5-8CE1-17F05952A68C}" destId="{14A25779-D34F-4891-8964-5D8FA9C67964}" srcOrd="3" destOrd="0" presId="urn:microsoft.com/office/officeart/2011/layout/TabList"/>
    <dgm:cxn modelId="{10E58F14-DB49-4363-8067-D3C36162E290}" type="presParOf" srcId="{14A25779-D34F-4891-8964-5D8FA9C67964}" destId="{FFDA1F0A-E426-4269-96F7-308BF4EF3B3A}" srcOrd="0" destOrd="0" presId="urn:microsoft.com/office/officeart/2011/layout/TabList"/>
    <dgm:cxn modelId="{52A39440-DA98-45B6-BCE8-22D4A518B0B5}" type="presParOf" srcId="{14A25779-D34F-4891-8964-5D8FA9C67964}" destId="{6980EDAF-3DBB-4B1A-8133-086EF77B202C}" srcOrd="1" destOrd="0" presId="urn:microsoft.com/office/officeart/2011/layout/TabList"/>
    <dgm:cxn modelId="{DABFCCF3-3136-47AC-A3FC-4517A4F32D93}" type="presParOf" srcId="{14A25779-D34F-4891-8964-5D8FA9C67964}" destId="{D3A0A640-ECB5-407E-A970-F246A7F3B237}" srcOrd="2" destOrd="0" presId="urn:microsoft.com/office/officeart/2011/layout/TabList"/>
    <dgm:cxn modelId="{18F7EB6A-1480-4194-9FC4-C5277B3F73C4}" type="presParOf" srcId="{E131FF65-AF26-48D5-8CE1-17F05952A68C}" destId="{409B2484-ECFD-468E-8B60-A81D1E78CDBE}" srcOrd="4" destOrd="0" presId="urn:microsoft.com/office/officeart/2011/layout/TabList"/>
    <dgm:cxn modelId="{225073D1-65FC-4620-8CA5-069DB2D10422}" type="presParOf" srcId="{E131FF65-AF26-48D5-8CE1-17F05952A68C}" destId="{B902FFE2-25C4-4CAB-9292-15F0405F6350}" srcOrd="5" destOrd="0" presId="urn:microsoft.com/office/officeart/2011/layout/TabList"/>
    <dgm:cxn modelId="{425287B7-B957-47B0-A971-AACC68117AB7}" type="presParOf" srcId="{E131FF65-AF26-48D5-8CE1-17F05952A68C}" destId="{F83938B2-DF8F-48EB-85E6-36199D5719E7}" srcOrd="6" destOrd="0" presId="urn:microsoft.com/office/officeart/2011/layout/TabList"/>
    <dgm:cxn modelId="{6642618B-DDCC-4101-9263-11C72BD0F585}" type="presParOf" srcId="{F83938B2-DF8F-48EB-85E6-36199D5719E7}" destId="{4B7DA83A-490D-42C5-A728-10435189794A}" srcOrd="0" destOrd="0" presId="urn:microsoft.com/office/officeart/2011/layout/TabList"/>
    <dgm:cxn modelId="{F7ECB426-DC1F-4F8B-8A0B-B684EB2CFC33}" type="presParOf" srcId="{F83938B2-DF8F-48EB-85E6-36199D5719E7}" destId="{60775959-C3A5-46A2-85F2-BFFB4847C359}" srcOrd="1" destOrd="0" presId="urn:microsoft.com/office/officeart/2011/layout/TabList"/>
    <dgm:cxn modelId="{251E1CE7-D5C8-4019-BA1F-2C8CF183553E}" type="presParOf" srcId="{F83938B2-DF8F-48EB-85E6-36199D5719E7}" destId="{90446503-3937-429C-8971-B6FE82F7F938}" srcOrd="2" destOrd="0" presId="urn:microsoft.com/office/officeart/2011/layout/Tab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E7782567-7F0C-4E1B-AFCC-767AD976CFB4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EF45C61B-EBD1-4A04-995D-066A8FAE44AC}">
      <dgm:prSet phldrT="[Text]"/>
      <dgm:spPr/>
      <dgm:t>
        <a:bodyPr/>
        <a:lstStyle/>
        <a:p>
          <a:pPr>
            <a:buNone/>
          </a:pPr>
          <a:r>
            <a:rPr lang="en-IN" dirty="0"/>
            <a:t>Challenges</a:t>
          </a:r>
        </a:p>
      </dgm:t>
    </dgm:pt>
    <dgm:pt modelId="{8C8FF855-6CF1-4567-885F-8ABF83749828}" type="parTrans" cxnId="{CA7756FC-C903-42D3-A412-62E8D102EA3C}">
      <dgm:prSet/>
      <dgm:spPr/>
      <dgm:t>
        <a:bodyPr/>
        <a:lstStyle/>
        <a:p>
          <a:endParaRPr lang="en-IN"/>
        </a:p>
      </dgm:t>
    </dgm:pt>
    <dgm:pt modelId="{40BC6645-AB5E-4153-B9E0-282EB567B282}" type="sibTrans" cxnId="{CA7756FC-C903-42D3-A412-62E8D102EA3C}">
      <dgm:prSet/>
      <dgm:spPr/>
      <dgm:t>
        <a:bodyPr/>
        <a:lstStyle/>
        <a:p>
          <a:endParaRPr lang="en-IN"/>
        </a:p>
      </dgm:t>
    </dgm:pt>
    <dgm:pt modelId="{59264E6D-2D7E-40B5-A983-121715ABF83F}">
      <dgm:prSet phldrT="[Text]"/>
      <dgm:spPr/>
      <dgm:t>
        <a:bodyPr/>
        <a:lstStyle/>
        <a:p>
          <a:pPr>
            <a:buNone/>
          </a:pPr>
          <a:r>
            <a:rPr lang="en-IN" dirty="0"/>
            <a:t>Managing multiple projects</a:t>
          </a:r>
        </a:p>
      </dgm:t>
    </dgm:pt>
    <dgm:pt modelId="{7F3DC717-D194-4775-B0EF-703D1E8B111B}" type="parTrans" cxnId="{10CB6735-6608-4F6D-8AB9-267840F874DB}">
      <dgm:prSet/>
      <dgm:spPr/>
      <dgm:t>
        <a:bodyPr/>
        <a:lstStyle/>
        <a:p>
          <a:endParaRPr lang="en-IN"/>
        </a:p>
      </dgm:t>
    </dgm:pt>
    <dgm:pt modelId="{1C42D1B3-8D5E-4335-BC07-2E44F89E03FD}" type="sibTrans" cxnId="{10CB6735-6608-4F6D-8AB9-267840F874DB}">
      <dgm:prSet/>
      <dgm:spPr/>
      <dgm:t>
        <a:bodyPr/>
        <a:lstStyle/>
        <a:p>
          <a:endParaRPr lang="en-IN"/>
        </a:p>
      </dgm:t>
    </dgm:pt>
    <dgm:pt modelId="{21A45174-AD5C-4E26-A312-CAAF5AE81AFB}">
      <dgm:prSet phldrT="[Text]"/>
      <dgm:spPr/>
      <dgm:t>
        <a:bodyPr/>
        <a:lstStyle/>
        <a:p>
          <a:pPr>
            <a:buNone/>
          </a:pPr>
          <a:r>
            <a:rPr lang="en-IN" dirty="0"/>
            <a:t>UI consistency issues</a:t>
          </a:r>
        </a:p>
      </dgm:t>
    </dgm:pt>
    <dgm:pt modelId="{BB3B4CE1-BCA1-4142-BCE6-83F168285BC1}" type="parTrans" cxnId="{09A1EFDD-E037-4EAD-86C1-FDBF837D0910}">
      <dgm:prSet/>
      <dgm:spPr/>
      <dgm:t>
        <a:bodyPr/>
        <a:lstStyle/>
        <a:p>
          <a:endParaRPr lang="en-IN"/>
        </a:p>
      </dgm:t>
    </dgm:pt>
    <dgm:pt modelId="{8A479F47-1B95-45D4-B59C-27E8745074AD}" type="sibTrans" cxnId="{09A1EFDD-E037-4EAD-86C1-FDBF837D0910}">
      <dgm:prSet/>
      <dgm:spPr/>
      <dgm:t>
        <a:bodyPr/>
        <a:lstStyle/>
        <a:p>
          <a:endParaRPr lang="en-IN"/>
        </a:p>
      </dgm:t>
    </dgm:pt>
    <dgm:pt modelId="{0C326B18-7484-4D8B-8C79-88215AEC6E44}">
      <dgm:prSet phldrT="[Text]"/>
      <dgm:spPr/>
      <dgm:t>
        <a:bodyPr/>
        <a:lstStyle/>
        <a:p>
          <a:pPr>
            <a:buNone/>
          </a:pPr>
          <a:r>
            <a:rPr lang="en-IN" dirty="0"/>
            <a:t>CMS integration complexity</a:t>
          </a:r>
        </a:p>
      </dgm:t>
    </dgm:pt>
    <dgm:pt modelId="{A14788AA-C096-4A9D-B695-406ACA2C9249}" type="parTrans" cxnId="{E32F3268-0BEE-495E-8FB2-DD025B3CB8C2}">
      <dgm:prSet/>
      <dgm:spPr/>
      <dgm:t>
        <a:bodyPr/>
        <a:lstStyle/>
        <a:p>
          <a:endParaRPr lang="en-IN"/>
        </a:p>
      </dgm:t>
    </dgm:pt>
    <dgm:pt modelId="{6186F24B-9C37-47CC-A57A-F0868B91982F}" type="sibTrans" cxnId="{E32F3268-0BEE-495E-8FB2-DD025B3CB8C2}">
      <dgm:prSet/>
      <dgm:spPr/>
      <dgm:t>
        <a:bodyPr/>
        <a:lstStyle/>
        <a:p>
          <a:endParaRPr lang="en-IN"/>
        </a:p>
      </dgm:t>
    </dgm:pt>
    <dgm:pt modelId="{C685F214-A892-41CD-BB0E-4CB1E7C68FB9}">
      <dgm:prSet phldrT="[Text]"/>
      <dgm:spPr/>
      <dgm:t>
        <a:bodyPr/>
        <a:lstStyle/>
        <a:p>
          <a:pPr>
            <a:buNone/>
          </a:pPr>
          <a:r>
            <a:rPr lang="en-IN" dirty="0"/>
            <a:t>Solutions</a:t>
          </a:r>
        </a:p>
      </dgm:t>
    </dgm:pt>
    <dgm:pt modelId="{17B83A87-DE40-4ED0-8D90-9773642C9C42}" type="parTrans" cxnId="{83F94927-1503-4A34-9107-9830CD8C7C1E}">
      <dgm:prSet/>
      <dgm:spPr/>
      <dgm:t>
        <a:bodyPr/>
        <a:lstStyle/>
        <a:p>
          <a:endParaRPr lang="en-IN"/>
        </a:p>
      </dgm:t>
    </dgm:pt>
    <dgm:pt modelId="{EA9CD64D-AE8C-495C-8BCC-80E287C33A9D}" type="sibTrans" cxnId="{83F94927-1503-4A34-9107-9830CD8C7C1E}">
      <dgm:prSet/>
      <dgm:spPr/>
      <dgm:t>
        <a:bodyPr/>
        <a:lstStyle/>
        <a:p>
          <a:endParaRPr lang="en-IN"/>
        </a:p>
      </dgm:t>
    </dgm:pt>
    <dgm:pt modelId="{27549190-6A19-484D-904E-9D82E0867431}">
      <dgm:prSet phldrT="[Text]"/>
      <dgm:spPr/>
      <dgm:t>
        <a:bodyPr/>
        <a:lstStyle/>
        <a:p>
          <a:pPr>
            <a:buNone/>
          </a:pPr>
          <a:r>
            <a:rPr lang="en-IN" dirty="0"/>
            <a:t>Task prioritization</a:t>
          </a:r>
        </a:p>
      </dgm:t>
    </dgm:pt>
    <dgm:pt modelId="{48363AE3-4E03-493E-B483-3FF906570741}" type="parTrans" cxnId="{B0DD9EA7-4A9E-4F40-A805-FF88CE934EE4}">
      <dgm:prSet/>
      <dgm:spPr/>
      <dgm:t>
        <a:bodyPr/>
        <a:lstStyle/>
        <a:p>
          <a:endParaRPr lang="en-IN"/>
        </a:p>
      </dgm:t>
    </dgm:pt>
    <dgm:pt modelId="{03C54AB1-A28C-47D3-8A35-8C9CF7A58AAC}" type="sibTrans" cxnId="{B0DD9EA7-4A9E-4F40-A805-FF88CE934EE4}">
      <dgm:prSet/>
      <dgm:spPr/>
      <dgm:t>
        <a:bodyPr/>
        <a:lstStyle/>
        <a:p>
          <a:endParaRPr lang="en-IN"/>
        </a:p>
      </dgm:t>
    </dgm:pt>
    <dgm:pt modelId="{E290C1AA-E019-415A-B2CA-3C1A66BBA722}">
      <dgm:prSet phldrT="[Text]"/>
      <dgm:spPr/>
      <dgm:t>
        <a:bodyPr/>
        <a:lstStyle/>
        <a:p>
          <a:pPr>
            <a:buNone/>
          </a:pPr>
          <a:r>
            <a:rPr lang="en-IN" dirty="0"/>
            <a:t>Component-based design</a:t>
          </a:r>
        </a:p>
      </dgm:t>
    </dgm:pt>
    <dgm:pt modelId="{F77214D1-9643-4BE4-A66E-60E30E1B61AD}" type="parTrans" cxnId="{83D0BA60-A02B-4F43-9F39-B9D6DA5B3098}">
      <dgm:prSet/>
      <dgm:spPr/>
      <dgm:t>
        <a:bodyPr/>
        <a:lstStyle/>
        <a:p>
          <a:endParaRPr lang="en-IN"/>
        </a:p>
      </dgm:t>
    </dgm:pt>
    <dgm:pt modelId="{484AC931-DCBA-41D1-BA0C-138786493AB3}" type="sibTrans" cxnId="{83D0BA60-A02B-4F43-9F39-B9D6DA5B3098}">
      <dgm:prSet/>
      <dgm:spPr/>
      <dgm:t>
        <a:bodyPr/>
        <a:lstStyle/>
        <a:p>
          <a:endParaRPr lang="en-IN"/>
        </a:p>
      </dgm:t>
    </dgm:pt>
    <dgm:pt modelId="{CE998F9A-95B9-4322-9CE9-7F1AE422D7DF}">
      <dgm:prSet phldrT="[Text]"/>
      <dgm:spPr/>
      <dgm:t>
        <a:bodyPr/>
        <a:lstStyle/>
        <a:p>
          <a:pPr>
            <a:buNone/>
          </a:pPr>
          <a:r>
            <a:rPr lang="en-IN" dirty="0"/>
            <a:t>Structured debugging approach</a:t>
          </a:r>
        </a:p>
      </dgm:t>
    </dgm:pt>
    <dgm:pt modelId="{1244A620-75D8-421F-8BB2-B16DCEA3A8B9}" type="parTrans" cxnId="{08A2690F-D759-4294-9E73-F0A4CE1F635E}">
      <dgm:prSet/>
      <dgm:spPr/>
      <dgm:t>
        <a:bodyPr/>
        <a:lstStyle/>
        <a:p>
          <a:endParaRPr lang="en-IN"/>
        </a:p>
      </dgm:t>
    </dgm:pt>
    <dgm:pt modelId="{048658AB-F973-4BA2-ACE6-F240F09A784C}" type="sibTrans" cxnId="{08A2690F-D759-4294-9E73-F0A4CE1F635E}">
      <dgm:prSet/>
      <dgm:spPr/>
      <dgm:t>
        <a:bodyPr/>
        <a:lstStyle/>
        <a:p>
          <a:endParaRPr lang="en-IN"/>
        </a:p>
      </dgm:t>
    </dgm:pt>
    <dgm:pt modelId="{67190E1C-53FD-4BC7-B55D-6CD5B241739A}">
      <dgm:prSet phldrT="[Text]"/>
      <dgm:spPr/>
      <dgm:t>
        <a:bodyPr/>
        <a:lstStyle/>
        <a:p>
          <a:pPr>
            <a:buNone/>
          </a:pPr>
          <a:r>
            <a:rPr lang="en-IN"/>
            <a:t>Debugging production bugs</a:t>
          </a:r>
          <a:endParaRPr lang="en-IN" dirty="0"/>
        </a:p>
      </dgm:t>
    </dgm:pt>
    <dgm:pt modelId="{13D5EF2D-9661-4C6D-AB73-465FAF211C4C}" type="parTrans" cxnId="{F6B8C52A-2BE2-4558-94B4-F228E907B953}">
      <dgm:prSet/>
      <dgm:spPr/>
      <dgm:t>
        <a:bodyPr/>
        <a:lstStyle/>
        <a:p>
          <a:endParaRPr lang="en-IN"/>
        </a:p>
      </dgm:t>
    </dgm:pt>
    <dgm:pt modelId="{78F2A89A-D333-4659-9F07-25E2BE6AA3EC}" type="sibTrans" cxnId="{F6B8C52A-2BE2-4558-94B4-F228E907B953}">
      <dgm:prSet/>
      <dgm:spPr/>
      <dgm:t>
        <a:bodyPr/>
        <a:lstStyle/>
        <a:p>
          <a:endParaRPr lang="en-IN"/>
        </a:p>
      </dgm:t>
    </dgm:pt>
    <dgm:pt modelId="{E6223D33-E1D1-4897-B431-07CEFC9190E5}">
      <dgm:prSet phldrT="[Text]"/>
      <dgm:spPr/>
      <dgm:t>
        <a:bodyPr/>
        <a:lstStyle/>
        <a:p>
          <a:pPr>
            <a:buNone/>
          </a:pPr>
          <a:r>
            <a:rPr lang="en-IN"/>
            <a:t>CMS &amp; dynamic systems</a:t>
          </a:r>
          <a:endParaRPr lang="en-IN" dirty="0"/>
        </a:p>
      </dgm:t>
    </dgm:pt>
    <dgm:pt modelId="{80CEED69-AB3D-449B-A59D-EEC9C394268B}" type="parTrans" cxnId="{AF87CF3F-57A0-4BB7-A0EC-212FCCB7967F}">
      <dgm:prSet/>
      <dgm:spPr/>
      <dgm:t>
        <a:bodyPr/>
        <a:lstStyle/>
        <a:p>
          <a:endParaRPr lang="en-IN"/>
        </a:p>
      </dgm:t>
    </dgm:pt>
    <dgm:pt modelId="{9DFB576C-ECC6-4632-877C-5DC8960B139F}" type="sibTrans" cxnId="{AF87CF3F-57A0-4BB7-A0EC-212FCCB7967F}">
      <dgm:prSet/>
      <dgm:spPr/>
      <dgm:t>
        <a:bodyPr/>
        <a:lstStyle/>
        <a:p>
          <a:endParaRPr lang="en-IN"/>
        </a:p>
      </dgm:t>
    </dgm:pt>
    <dgm:pt modelId="{C48CF606-D1D8-4EF5-99A2-DE715D2EB9E8}" type="pres">
      <dgm:prSet presAssocID="{E7782567-7F0C-4E1B-AFCC-767AD976CFB4}" presName="layout" presStyleCnt="0">
        <dgm:presLayoutVars>
          <dgm:chMax/>
          <dgm:chPref/>
          <dgm:dir/>
          <dgm:resizeHandles/>
        </dgm:presLayoutVars>
      </dgm:prSet>
      <dgm:spPr/>
    </dgm:pt>
    <dgm:pt modelId="{D24DD557-F549-4A40-A436-230CE6E01E13}" type="pres">
      <dgm:prSet presAssocID="{EF45C61B-EBD1-4A04-995D-066A8FAE44AC}" presName="root" presStyleCnt="0">
        <dgm:presLayoutVars>
          <dgm:chMax/>
          <dgm:chPref/>
        </dgm:presLayoutVars>
      </dgm:prSet>
      <dgm:spPr/>
    </dgm:pt>
    <dgm:pt modelId="{68C3B372-6A9B-438C-BD48-A8E4F0AE46AB}" type="pres">
      <dgm:prSet presAssocID="{EF45C61B-EBD1-4A04-995D-066A8FAE44AC}" presName="rootComposite" presStyleCnt="0">
        <dgm:presLayoutVars/>
      </dgm:prSet>
      <dgm:spPr/>
    </dgm:pt>
    <dgm:pt modelId="{ED0EAC36-3AC5-404C-9989-E49A3B2F5751}" type="pres">
      <dgm:prSet presAssocID="{EF45C61B-EBD1-4A04-995D-066A8FAE44AC}" presName="ParentAccent" presStyleLbl="alignNode1" presStyleIdx="0" presStyleCnt="2"/>
      <dgm:spPr/>
    </dgm:pt>
    <dgm:pt modelId="{DDF8383B-71F2-4F10-AAC3-8FE514C617FF}" type="pres">
      <dgm:prSet presAssocID="{EF45C61B-EBD1-4A04-995D-066A8FAE44AC}" presName="ParentSmallAccent" presStyleLbl="fgAcc1" presStyleIdx="0" presStyleCnt="2"/>
      <dgm:spPr/>
    </dgm:pt>
    <dgm:pt modelId="{744A6F30-DE5D-45DA-A0D4-10CBAD3A20D8}" type="pres">
      <dgm:prSet presAssocID="{EF45C61B-EBD1-4A04-995D-066A8FAE44AC}" presName="Parent" presStyleLbl="revTx" presStyleIdx="0" presStyleCnt="10">
        <dgm:presLayoutVars>
          <dgm:chMax/>
          <dgm:chPref val="4"/>
          <dgm:bulletEnabled val="1"/>
        </dgm:presLayoutVars>
      </dgm:prSet>
      <dgm:spPr/>
    </dgm:pt>
    <dgm:pt modelId="{27E875C0-D6E3-4F85-BBC5-A2406119CFDF}" type="pres">
      <dgm:prSet presAssocID="{EF45C61B-EBD1-4A04-995D-066A8FAE44AC}" presName="childShape" presStyleCnt="0">
        <dgm:presLayoutVars>
          <dgm:chMax val="0"/>
          <dgm:chPref val="0"/>
        </dgm:presLayoutVars>
      </dgm:prSet>
      <dgm:spPr/>
    </dgm:pt>
    <dgm:pt modelId="{C4A9629F-BCD8-408C-8DDA-6BEFC2549889}" type="pres">
      <dgm:prSet presAssocID="{59264E6D-2D7E-40B5-A983-121715ABF83F}" presName="childComposite" presStyleCnt="0">
        <dgm:presLayoutVars>
          <dgm:chMax val="0"/>
          <dgm:chPref val="0"/>
        </dgm:presLayoutVars>
      </dgm:prSet>
      <dgm:spPr/>
    </dgm:pt>
    <dgm:pt modelId="{F387409A-99D8-404D-9768-703325E96458}" type="pres">
      <dgm:prSet presAssocID="{59264E6D-2D7E-40B5-A983-121715ABF83F}" presName="ChildAccent" presStyleLbl="solidFgAcc1" presStyleIdx="0" presStyleCnt="8"/>
      <dgm:spPr/>
    </dgm:pt>
    <dgm:pt modelId="{69200785-11A9-4BDB-956D-A645CB48BD15}" type="pres">
      <dgm:prSet presAssocID="{59264E6D-2D7E-40B5-A983-121715ABF83F}" presName="Child" presStyleLbl="revTx" presStyleIdx="1" presStyleCnt="10">
        <dgm:presLayoutVars>
          <dgm:chMax val="0"/>
          <dgm:chPref val="0"/>
          <dgm:bulletEnabled val="1"/>
        </dgm:presLayoutVars>
      </dgm:prSet>
      <dgm:spPr/>
    </dgm:pt>
    <dgm:pt modelId="{9FEAEF0B-D370-4ED1-A79D-B808B253BDF8}" type="pres">
      <dgm:prSet presAssocID="{21A45174-AD5C-4E26-A312-CAAF5AE81AFB}" presName="childComposite" presStyleCnt="0">
        <dgm:presLayoutVars>
          <dgm:chMax val="0"/>
          <dgm:chPref val="0"/>
        </dgm:presLayoutVars>
      </dgm:prSet>
      <dgm:spPr/>
    </dgm:pt>
    <dgm:pt modelId="{B1BE9BA1-3413-49E0-A442-06E23A5B83BF}" type="pres">
      <dgm:prSet presAssocID="{21A45174-AD5C-4E26-A312-CAAF5AE81AFB}" presName="ChildAccent" presStyleLbl="solidFgAcc1" presStyleIdx="1" presStyleCnt="8"/>
      <dgm:spPr/>
    </dgm:pt>
    <dgm:pt modelId="{77989C46-FF9C-49C6-93CD-36B18D05C2AF}" type="pres">
      <dgm:prSet presAssocID="{21A45174-AD5C-4E26-A312-CAAF5AE81AFB}" presName="Child" presStyleLbl="revTx" presStyleIdx="2" presStyleCnt="10">
        <dgm:presLayoutVars>
          <dgm:chMax val="0"/>
          <dgm:chPref val="0"/>
          <dgm:bulletEnabled val="1"/>
        </dgm:presLayoutVars>
      </dgm:prSet>
      <dgm:spPr/>
    </dgm:pt>
    <dgm:pt modelId="{3B1294D2-55C5-43E7-B573-DD1679CFEF64}" type="pres">
      <dgm:prSet presAssocID="{0C326B18-7484-4D8B-8C79-88215AEC6E44}" presName="childComposite" presStyleCnt="0">
        <dgm:presLayoutVars>
          <dgm:chMax val="0"/>
          <dgm:chPref val="0"/>
        </dgm:presLayoutVars>
      </dgm:prSet>
      <dgm:spPr/>
    </dgm:pt>
    <dgm:pt modelId="{9660A99A-9A63-4057-A56E-3FE352440D23}" type="pres">
      <dgm:prSet presAssocID="{0C326B18-7484-4D8B-8C79-88215AEC6E44}" presName="ChildAccent" presStyleLbl="solidFgAcc1" presStyleIdx="2" presStyleCnt="8"/>
      <dgm:spPr/>
    </dgm:pt>
    <dgm:pt modelId="{3B04EBF1-6550-4A27-9620-A7B1B2A49EA2}" type="pres">
      <dgm:prSet presAssocID="{0C326B18-7484-4D8B-8C79-88215AEC6E44}" presName="Child" presStyleLbl="revTx" presStyleIdx="3" presStyleCnt="10">
        <dgm:presLayoutVars>
          <dgm:chMax val="0"/>
          <dgm:chPref val="0"/>
          <dgm:bulletEnabled val="1"/>
        </dgm:presLayoutVars>
      </dgm:prSet>
      <dgm:spPr/>
    </dgm:pt>
    <dgm:pt modelId="{6C16379F-B2D9-483B-AEF8-465669BFB871}" type="pres">
      <dgm:prSet presAssocID="{67190E1C-53FD-4BC7-B55D-6CD5B241739A}" presName="childComposite" presStyleCnt="0">
        <dgm:presLayoutVars>
          <dgm:chMax val="0"/>
          <dgm:chPref val="0"/>
        </dgm:presLayoutVars>
      </dgm:prSet>
      <dgm:spPr/>
    </dgm:pt>
    <dgm:pt modelId="{BBA7A77A-9893-4B21-8E88-A5823B9ECAAB}" type="pres">
      <dgm:prSet presAssocID="{67190E1C-53FD-4BC7-B55D-6CD5B241739A}" presName="ChildAccent" presStyleLbl="solidFgAcc1" presStyleIdx="3" presStyleCnt="8"/>
      <dgm:spPr/>
    </dgm:pt>
    <dgm:pt modelId="{5EFD410D-026C-4764-904F-02B87F066C19}" type="pres">
      <dgm:prSet presAssocID="{67190E1C-53FD-4BC7-B55D-6CD5B241739A}" presName="Child" presStyleLbl="revTx" presStyleIdx="4" presStyleCnt="10">
        <dgm:presLayoutVars>
          <dgm:chMax val="0"/>
          <dgm:chPref val="0"/>
          <dgm:bulletEnabled val="1"/>
        </dgm:presLayoutVars>
      </dgm:prSet>
      <dgm:spPr/>
    </dgm:pt>
    <dgm:pt modelId="{75E96F2F-DEF3-4C1B-8DB0-AB78499AF6D4}" type="pres">
      <dgm:prSet presAssocID="{C685F214-A892-41CD-BB0E-4CB1E7C68FB9}" presName="root" presStyleCnt="0">
        <dgm:presLayoutVars>
          <dgm:chMax/>
          <dgm:chPref/>
        </dgm:presLayoutVars>
      </dgm:prSet>
      <dgm:spPr/>
    </dgm:pt>
    <dgm:pt modelId="{86BF887D-BD9D-4DC4-9B5E-F1A8EECE9F48}" type="pres">
      <dgm:prSet presAssocID="{C685F214-A892-41CD-BB0E-4CB1E7C68FB9}" presName="rootComposite" presStyleCnt="0">
        <dgm:presLayoutVars/>
      </dgm:prSet>
      <dgm:spPr/>
    </dgm:pt>
    <dgm:pt modelId="{EAA15EF4-CDB5-4069-A7F1-AF147CFCCB09}" type="pres">
      <dgm:prSet presAssocID="{C685F214-A892-41CD-BB0E-4CB1E7C68FB9}" presName="ParentAccent" presStyleLbl="alignNode1" presStyleIdx="1" presStyleCnt="2"/>
      <dgm:spPr/>
    </dgm:pt>
    <dgm:pt modelId="{C52F1FD6-B239-4E73-BBC2-2CCCC321BD59}" type="pres">
      <dgm:prSet presAssocID="{C685F214-A892-41CD-BB0E-4CB1E7C68FB9}" presName="ParentSmallAccent" presStyleLbl="fgAcc1" presStyleIdx="1" presStyleCnt="2"/>
      <dgm:spPr/>
    </dgm:pt>
    <dgm:pt modelId="{7D940D72-52B5-4928-B173-33A9459AE753}" type="pres">
      <dgm:prSet presAssocID="{C685F214-A892-41CD-BB0E-4CB1E7C68FB9}" presName="Parent" presStyleLbl="revTx" presStyleIdx="5" presStyleCnt="10">
        <dgm:presLayoutVars>
          <dgm:chMax/>
          <dgm:chPref val="4"/>
          <dgm:bulletEnabled val="1"/>
        </dgm:presLayoutVars>
      </dgm:prSet>
      <dgm:spPr/>
    </dgm:pt>
    <dgm:pt modelId="{FE73CDAC-47D5-4F88-8DA9-D78004E53AA2}" type="pres">
      <dgm:prSet presAssocID="{C685F214-A892-41CD-BB0E-4CB1E7C68FB9}" presName="childShape" presStyleCnt="0">
        <dgm:presLayoutVars>
          <dgm:chMax val="0"/>
          <dgm:chPref val="0"/>
        </dgm:presLayoutVars>
      </dgm:prSet>
      <dgm:spPr/>
    </dgm:pt>
    <dgm:pt modelId="{5DA6AB6E-CA9B-404A-8FB4-D08CAD60A060}" type="pres">
      <dgm:prSet presAssocID="{27549190-6A19-484D-904E-9D82E0867431}" presName="childComposite" presStyleCnt="0">
        <dgm:presLayoutVars>
          <dgm:chMax val="0"/>
          <dgm:chPref val="0"/>
        </dgm:presLayoutVars>
      </dgm:prSet>
      <dgm:spPr/>
    </dgm:pt>
    <dgm:pt modelId="{9F8F8673-FFB6-43BD-B909-9236BD25280D}" type="pres">
      <dgm:prSet presAssocID="{27549190-6A19-484D-904E-9D82E0867431}" presName="ChildAccent" presStyleLbl="solidFgAcc1" presStyleIdx="4" presStyleCnt="8"/>
      <dgm:spPr/>
    </dgm:pt>
    <dgm:pt modelId="{25EB476F-A9D6-498A-A174-DD7564865ABB}" type="pres">
      <dgm:prSet presAssocID="{27549190-6A19-484D-904E-9D82E0867431}" presName="Child" presStyleLbl="revTx" presStyleIdx="6" presStyleCnt="10">
        <dgm:presLayoutVars>
          <dgm:chMax val="0"/>
          <dgm:chPref val="0"/>
          <dgm:bulletEnabled val="1"/>
        </dgm:presLayoutVars>
      </dgm:prSet>
      <dgm:spPr/>
    </dgm:pt>
    <dgm:pt modelId="{B9C47CF6-983B-43F5-96CB-0EE6C7084026}" type="pres">
      <dgm:prSet presAssocID="{E290C1AA-E019-415A-B2CA-3C1A66BBA722}" presName="childComposite" presStyleCnt="0">
        <dgm:presLayoutVars>
          <dgm:chMax val="0"/>
          <dgm:chPref val="0"/>
        </dgm:presLayoutVars>
      </dgm:prSet>
      <dgm:spPr/>
    </dgm:pt>
    <dgm:pt modelId="{0C05B77A-1F70-4C84-8DA4-0F02FC6318E4}" type="pres">
      <dgm:prSet presAssocID="{E290C1AA-E019-415A-B2CA-3C1A66BBA722}" presName="ChildAccent" presStyleLbl="solidFgAcc1" presStyleIdx="5" presStyleCnt="8"/>
      <dgm:spPr/>
    </dgm:pt>
    <dgm:pt modelId="{AE1FB5A8-8BEA-4D8C-9EB7-8C9EBB81B1ED}" type="pres">
      <dgm:prSet presAssocID="{E290C1AA-E019-415A-B2CA-3C1A66BBA722}" presName="Child" presStyleLbl="revTx" presStyleIdx="7" presStyleCnt="10">
        <dgm:presLayoutVars>
          <dgm:chMax val="0"/>
          <dgm:chPref val="0"/>
          <dgm:bulletEnabled val="1"/>
        </dgm:presLayoutVars>
      </dgm:prSet>
      <dgm:spPr/>
    </dgm:pt>
    <dgm:pt modelId="{9ED8B75F-7A96-48D1-88C7-DA7CC909DFE3}" type="pres">
      <dgm:prSet presAssocID="{E6223D33-E1D1-4897-B431-07CEFC9190E5}" presName="childComposite" presStyleCnt="0">
        <dgm:presLayoutVars>
          <dgm:chMax val="0"/>
          <dgm:chPref val="0"/>
        </dgm:presLayoutVars>
      </dgm:prSet>
      <dgm:spPr/>
    </dgm:pt>
    <dgm:pt modelId="{C032B030-6210-4BE4-87CF-E7C484035518}" type="pres">
      <dgm:prSet presAssocID="{E6223D33-E1D1-4897-B431-07CEFC9190E5}" presName="ChildAccent" presStyleLbl="solidFgAcc1" presStyleIdx="6" presStyleCnt="8"/>
      <dgm:spPr/>
    </dgm:pt>
    <dgm:pt modelId="{94120B8A-5CD7-4C88-8563-544BAA6FA200}" type="pres">
      <dgm:prSet presAssocID="{E6223D33-E1D1-4897-B431-07CEFC9190E5}" presName="Child" presStyleLbl="revTx" presStyleIdx="8" presStyleCnt="10">
        <dgm:presLayoutVars>
          <dgm:chMax val="0"/>
          <dgm:chPref val="0"/>
          <dgm:bulletEnabled val="1"/>
        </dgm:presLayoutVars>
      </dgm:prSet>
      <dgm:spPr/>
    </dgm:pt>
    <dgm:pt modelId="{4960800E-7B69-429E-B5D2-BAB9A772EA51}" type="pres">
      <dgm:prSet presAssocID="{CE998F9A-95B9-4322-9CE9-7F1AE422D7DF}" presName="childComposite" presStyleCnt="0">
        <dgm:presLayoutVars>
          <dgm:chMax val="0"/>
          <dgm:chPref val="0"/>
        </dgm:presLayoutVars>
      </dgm:prSet>
      <dgm:spPr/>
    </dgm:pt>
    <dgm:pt modelId="{D57E5058-72AF-4384-ABE0-089F198BEE59}" type="pres">
      <dgm:prSet presAssocID="{CE998F9A-95B9-4322-9CE9-7F1AE422D7DF}" presName="ChildAccent" presStyleLbl="solidFgAcc1" presStyleIdx="7" presStyleCnt="8"/>
      <dgm:spPr/>
    </dgm:pt>
    <dgm:pt modelId="{FEA4C3A1-09D0-4CC8-883A-645F607583EE}" type="pres">
      <dgm:prSet presAssocID="{CE998F9A-95B9-4322-9CE9-7F1AE422D7DF}" presName="Child" presStyleLbl="revTx" presStyleIdx="9" presStyleCnt="10">
        <dgm:presLayoutVars>
          <dgm:chMax val="0"/>
          <dgm:chPref val="0"/>
          <dgm:bulletEnabled val="1"/>
        </dgm:presLayoutVars>
      </dgm:prSet>
      <dgm:spPr/>
    </dgm:pt>
  </dgm:ptLst>
  <dgm:cxnLst>
    <dgm:cxn modelId="{08A2690F-D759-4294-9E73-F0A4CE1F635E}" srcId="{C685F214-A892-41CD-BB0E-4CB1E7C68FB9}" destId="{CE998F9A-95B9-4322-9CE9-7F1AE422D7DF}" srcOrd="3" destOrd="0" parTransId="{1244A620-75D8-421F-8BB2-B16DCEA3A8B9}" sibTransId="{048658AB-F973-4BA2-ACE6-F240F09A784C}"/>
    <dgm:cxn modelId="{4BBCA61D-4006-42B2-BB7D-A236A62CC22B}" type="presOf" srcId="{CE998F9A-95B9-4322-9CE9-7F1AE422D7DF}" destId="{FEA4C3A1-09D0-4CC8-883A-645F607583EE}" srcOrd="0" destOrd="0" presId="urn:microsoft.com/office/officeart/2008/layout/SquareAccentList"/>
    <dgm:cxn modelId="{83F94927-1503-4A34-9107-9830CD8C7C1E}" srcId="{E7782567-7F0C-4E1B-AFCC-767AD976CFB4}" destId="{C685F214-A892-41CD-BB0E-4CB1E7C68FB9}" srcOrd="1" destOrd="0" parTransId="{17B83A87-DE40-4ED0-8D90-9773642C9C42}" sibTransId="{EA9CD64D-AE8C-495C-8BCC-80E287C33A9D}"/>
    <dgm:cxn modelId="{F6B8C52A-2BE2-4558-94B4-F228E907B953}" srcId="{EF45C61B-EBD1-4A04-995D-066A8FAE44AC}" destId="{67190E1C-53FD-4BC7-B55D-6CD5B241739A}" srcOrd="3" destOrd="0" parTransId="{13D5EF2D-9661-4C6D-AB73-465FAF211C4C}" sibTransId="{78F2A89A-D333-4659-9F07-25E2BE6AA3EC}"/>
    <dgm:cxn modelId="{10CB6735-6608-4F6D-8AB9-267840F874DB}" srcId="{EF45C61B-EBD1-4A04-995D-066A8FAE44AC}" destId="{59264E6D-2D7E-40B5-A983-121715ABF83F}" srcOrd="0" destOrd="0" parTransId="{7F3DC717-D194-4775-B0EF-703D1E8B111B}" sibTransId="{1C42D1B3-8D5E-4335-BC07-2E44F89E03FD}"/>
    <dgm:cxn modelId="{077C4136-F896-42CE-BCF1-92EBFE2E5F04}" type="presOf" srcId="{E290C1AA-E019-415A-B2CA-3C1A66BBA722}" destId="{AE1FB5A8-8BEA-4D8C-9EB7-8C9EBB81B1ED}" srcOrd="0" destOrd="0" presId="urn:microsoft.com/office/officeart/2008/layout/SquareAccentList"/>
    <dgm:cxn modelId="{F73CF338-FB4D-4127-95FF-7A48F60211D0}" type="presOf" srcId="{E7782567-7F0C-4E1B-AFCC-767AD976CFB4}" destId="{C48CF606-D1D8-4EF5-99A2-DE715D2EB9E8}" srcOrd="0" destOrd="0" presId="urn:microsoft.com/office/officeart/2008/layout/SquareAccentList"/>
    <dgm:cxn modelId="{AF87CF3F-57A0-4BB7-A0EC-212FCCB7967F}" srcId="{C685F214-A892-41CD-BB0E-4CB1E7C68FB9}" destId="{E6223D33-E1D1-4897-B431-07CEFC9190E5}" srcOrd="2" destOrd="0" parTransId="{80CEED69-AB3D-449B-A59D-EEC9C394268B}" sibTransId="{9DFB576C-ECC6-4632-877C-5DC8960B139F}"/>
    <dgm:cxn modelId="{83D0BA60-A02B-4F43-9F39-B9D6DA5B3098}" srcId="{C685F214-A892-41CD-BB0E-4CB1E7C68FB9}" destId="{E290C1AA-E019-415A-B2CA-3C1A66BBA722}" srcOrd="1" destOrd="0" parTransId="{F77214D1-9643-4BE4-A66E-60E30E1B61AD}" sibTransId="{484AC931-DCBA-41D1-BA0C-138786493AB3}"/>
    <dgm:cxn modelId="{1349FB64-D1B8-4661-BCAE-70804AF51F24}" type="presOf" srcId="{21A45174-AD5C-4E26-A312-CAAF5AE81AFB}" destId="{77989C46-FF9C-49C6-93CD-36B18D05C2AF}" srcOrd="0" destOrd="0" presId="urn:microsoft.com/office/officeart/2008/layout/SquareAccentList"/>
    <dgm:cxn modelId="{E32F3268-0BEE-495E-8FB2-DD025B3CB8C2}" srcId="{EF45C61B-EBD1-4A04-995D-066A8FAE44AC}" destId="{0C326B18-7484-4D8B-8C79-88215AEC6E44}" srcOrd="2" destOrd="0" parTransId="{A14788AA-C096-4A9D-B695-406ACA2C9249}" sibTransId="{6186F24B-9C37-47CC-A57A-F0868B91982F}"/>
    <dgm:cxn modelId="{A7819F7A-EF9F-40AC-9F2A-11AF9B95AEBB}" type="presOf" srcId="{E6223D33-E1D1-4897-B431-07CEFC9190E5}" destId="{94120B8A-5CD7-4C88-8563-544BAA6FA200}" srcOrd="0" destOrd="0" presId="urn:microsoft.com/office/officeart/2008/layout/SquareAccentList"/>
    <dgm:cxn modelId="{E41B2A80-55DD-407B-981B-1B41EE2A56E3}" type="presOf" srcId="{67190E1C-53FD-4BC7-B55D-6CD5B241739A}" destId="{5EFD410D-026C-4764-904F-02B87F066C19}" srcOrd="0" destOrd="0" presId="urn:microsoft.com/office/officeart/2008/layout/SquareAccentList"/>
    <dgm:cxn modelId="{4D594080-5318-4309-AFA0-95D294D97481}" type="presOf" srcId="{27549190-6A19-484D-904E-9D82E0867431}" destId="{25EB476F-A9D6-498A-A174-DD7564865ABB}" srcOrd="0" destOrd="0" presId="urn:microsoft.com/office/officeart/2008/layout/SquareAccentList"/>
    <dgm:cxn modelId="{33602B9C-465F-4152-B2E6-81530D92C39B}" type="presOf" srcId="{0C326B18-7484-4D8B-8C79-88215AEC6E44}" destId="{3B04EBF1-6550-4A27-9620-A7B1B2A49EA2}" srcOrd="0" destOrd="0" presId="urn:microsoft.com/office/officeart/2008/layout/SquareAccentList"/>
    <dgm:cxn modelId="{B0DD9EA7-4A9E-4F40-A805-FF88CE934EE4}" srcId="{C685F214-A892-41CD-BB0E-4CB1E7C68FB9}" destId="{27549190-6A19-484D-904E-9D82E0867431}" srcOrd="0" destOrd="0" parTransId="{48363AE3-4E03-493E-B483-3FF906570741}" sibTransId="{03C54AB1-A28C-47D3-8A35-8C9CF7A58AAC}"/>
    <dgm:cxn modelId="{1D3287C4-B75A-4990-8FEF-F6F3136610AB}" type="presOf" srcId="{C685F214-A892-41CD-BB0E-4CB1E7C68FB9}" destId="{7D940D72-52B5-4928-B173-33A9459AE753}" srcOrd="0" destOrd="0" presId="urn:microsoft.com/office/officeart/2008/layout/SquareAccentList"/>
    <dgm:cxn modelId="{09A1EFDD-E037-4EAD-86C1-FDBF837D0910}" srcId="{EF45C61B-EBD1-4A04-995D-066A8FAE44AC}" destId="{21A45174-AD5C-4E26-A312-CAAF5AE81AFB}" srcOrd="1" destOrd="0" parTransId="{BB3B4CE1-BCA1-4142-BCE6-83F168285BC1}" sibTransId="{8A479F47-1B95-45D4-B59C-27E8745074AD}"/>
    <dgm:cxn modelId="{6AD68DE7-05D0-4BBA-A950-E69BFBC33D96}" type="presOf" srcId="{EF45C61B-EBD1-4A04-995D-066A8FAE44AC}" destId="{744A6F30-DE5D-45DA-A0D4-10CBAD3A20D8}" srcOrd="0" destOrd="0" presId="urn:microsoft.com/office/officeart/2008/layout/SquareAccentList"/>
    <dgm:cxn modelId="{83B373EF-B4AB-43CC-B2EA-4D23087B5914}" type="presOf" srcId="{59264E6D-2D7E-40B5-A983-121715ABF83F}" destId="{69200785-11A9-4BDB-956D-A645CB48BD15}" srcOrd="0" destOrd="0" presId="urn:microsoft.com/office/officeart/2008/layout/SquareAccentList"/>
    <dgm:cxn modelId="{CA7756FC-C903-42D3-A412-62E8D102EA3C}" srcId="{E7782567-7F0C-4E1B-AFCC-767AD976CFB4}" destId="{EF45C61B-EBD1-4A04-995D-066A8FAE44AC}" srcOrd="0" destOrd="0" parTransId="{8C8FF855-6CF1-4567-885F-8ABF83749828}" sibTransId="{40BC6645-AB5E-4153-B9E0-282EB567B282}"/>
    <dgm:cxn modelId="{461DA1EB-B7D8-4E03-94BC-BE7314DC15C7}" type="presParOf" srcId="{C48CF606-D1D8-4EF5-99A2-DE715D2EB9E8}" destId="{D24DD557-F549-4A40-A436-230CE6E01E13}" srcOrd="0" destOrd="0" presId="urn:microsoft.com/office/officeart/2008/layout/SquareAccentList"/>
    <dgm:cxn modelId="{81CCB0F6-E095-42B8-AE8D-FF167ED5A006}" type="presParOf" srcId="{D24DD557-F549-4A40-A436-230CE6E01E13}" destId="{68C3B372-6A9B-438C-BD48-A8E4F0AE46AB}" srcOrd="0" destOrd="0" presId="urn:microsoft.com/office/officeart/2008/layout/SquareAccentList"/>
    <dgm:cxn modelId="{13759D6E-106E-4639-AC35-8CEC5542A118}" type="presParOf" srcId="{68C3B372-6A9B-438C-BD48-A8E4F0AE46AB}" destId="{ED0EAC36-3AC5-404C-9989-E49A3B2F5751}" srcOrd="0" destOrd="0" presId="urn:microsoft.com/office/officeart/2008/layout/SquareAccentList"/>
    <dgm:cxn modelId="{CEEE16BE-08FA-4A0A-90A2-FA25696329F9}" type="presParOf" srcId="{68C3B372-6A9B-438C-BD48-A8E4F0AE46AB}" destId="{DDF8383B-71F2-4F10-AAC3-8FE514C617FF}" srcOrd="1" destOrd="0" presId="urn:microsoft.com/office/officeart/2008/layout/SquareAccentList"/>
    <dgm:cxn modelId="{CE7DBFA7-4924-45B5-8759-85BF4AF12E67}" type="presParOf" srcId="{68C3B372-6A9B-438C-BD48-A8E4F0AE46AB}" destId="{744A6F30-DE5D-45DA-A0D4-10CBAD3A20D8}" srcOrd="2" destOrd="0" presId="urn:microsoft.com/office/officeart/2008/layout/SquareAccentList"/>
    <dgm:cxn modelId="{3C8135F4-87DB-4269-9737-32F1B3EF7058}" type="presParOf" srcId="{D24DD557-F549-4A40-A436-230CE6E01E13}" destId="{27E875C0-D6E3-4F85-BBC5-A2406119CFDF}" srcOrd="1" destOrd="0" presId="urn:microsoft.com/office/officeart/2008/layout/SquareAccentList"/>
    <dgm:cxn modelId="{F3FFA6C3-5455-4601-9408-4085B01558F7}" type="presParOf" srcId="{27E875C0-D6E3-4F85-BBC5-A2406119CFDF}" destId="{C4A9629F-BCD8-408C-8DDA-6BEFC2549889}" srcOrd="0" destOrd="0" presId="urn:microsoft.com/office/officeart/2008/layout/SquareAccentList"/>
    <dgm:cxn modelId="{3CCBCEAC-2745-490D-A792-B0585D055642}" type="presParOf" srcId="{C4A9629F-BCD8-408C-8DDA-6BEFC2549889}" destId="{F387409A-99D8-404D-9768-703325E96458}" srcOrd="0" destOrd="0" presId="urn:microsoft.com/office/officeart/2008/layout/SquareAccentList"/>
    <dgm:cxn modelId="{9AD1B7D8-C8BD-45B0-89EA-476900A0AF40}" type="presParOf" srcId="{C4A9629F-BCD8-408C-8DDA-6BEFC2549889}" destId="{69200785-11A9-4BDB-956D-A645CB48BD15}" srcOrd="1" destOrd="0" presId="urn:microsoft.com/office/officeart/2008/layout/SquareAccentList"/>
    <dgm:cxn modelId="{E741F32D-9763-4000-8687-41FDE81B9D8F}" type="presParOf" srcId="{27E875C0-D6E3-4F85-BBC5-A2406119CFDF}" destId="{9FEAEF0B-D370-4ED1-A79D-B808B253BDF8}" srcOrd="1" destOrd="0" presId="urn:microsoft.com/office/officeart/2008/layout/SquareAccentList"/>
    <dgm:cxn modelId="{8C3F027D-B32A-4F71-B6BA-2DD107AE00AB}" type="presParOf" srcId="{9FEAEF0B-D370-4ED1-A79D-B808B253BDF8}" destId="{B1BE9BA1-3413-49E0-A442-06E23A5B83BF}" srcOrd="0" destOrd="0" presId="urn:microsoft.com/office/officeart/2008/layout/SquareAccentList"/>
    <dgm:cxn modelId="{5AC12A23-E3FD-4C56-B5ED-EFE51E28A363}" type="presParOf" srcId="{9FEAEF0B-D370-4ED1-A79D-B808B253BDF8}" destId="{77989C46-FF9C-49C6-93CD-36B18D05C2AF}" srcOrd="1" destOrd="0" presId="urn:microsoft.com/office/officeart/2008/layout/SquareAccentList"/>
    <dgm:cxn modelId="{3650DC34-C9C1-4A3B-8809-23F9D5B88B1A}" type="presParOf" srcId="{27E875C0-D6E3-4F85-BBC5-A2406119CFDF}" destId="{3B1294D2-55C5-43E7-B573-DD1679CFEF64}" srcOrd="2" destOrd="0" presId="urn:microsoft.com/office/officeart/2008/layout/SquareAccentList"/>
    <dgm:cxn modelId="{829EE643-5402-4EAB-95B4-C545CEFE1066}" type="presParOf" srcId="{3B1294D2-55C5-43E7-B573-DD1679CFEF64}" destId="{9660A99A-9A63-4057-A56E-3FE352440D23}" srcOrd="0" destOrd="0" presId="urn:microsoft.com/office/officeart/2008/layout/SquareAccentList"/>
    <dgm:cxn modelId="{7DA83156-BBA3-49E8-B0CA-DC7AE09E8707}" type="presParOf" srcId="{3B1294D2-55C5-43E7-B573-DD1679CFEF64}" destId="{3B04EBF1-6550-4A27-9620-A7B1B2A49EA2}" srcOrd="1" destOrd="0" presId="urn:microsoft.com/office/officeart/2008/layout/SquareAccentList"/>
    <dgm:cxn modelId="{FD02964A-E82A-47C3-AACD-97529979B5A9}" type="presParOf" srcId="{27E875C0-D6E3-4F85-BBC5-A2406119CFDF}" destId="{6C16379F-B2D9-483B-AEF8-465669BFB871}" srcOrd="3" destOrd="0" presId="urn:microsoft.com/office/officeart/2008/layout/SquareAccentList"/>
    <dgm:cxn modelId="{A8AD937D-DEAF-4741-A2D8-9F52F2466C22}" type="presParOf" srcId="{6C16379F-B2D9-483B-AEF8-465669BFB871}" destId="{BBA7A77A-9893-4B21-8E88-A5823B9ECAAB}" srcOrd="0" destOrd="0" presId="urn:microsoft.com/office/officeart/2008/layout/SquareAccentList"/>
    <dgm:cxn modelId="{B2816A37-C492-4FF7-A86A-C798707A4D27}" type="presParOf" srcId="{6C16379F-B2D9-483B-AEF8-465669BFB871}" destId="{5EFD410D-026C-4764-904F-02B87F066C19}" srcOrd="1" destOrd="0" presId="urn:microsoft.com/office/officeart/2008/layout/SquareAccentList"/>
    <dgm:cxn modelId="{837F1D8D-D4F6-4BE4-8DFF-2B3F95063483}" type="presParOf" srcId="{C48CF606-D1D8-4EF5-99A2-DE715D2EB9E8}" destId="{75E96F2F-DEF3-4C1B-8DB0-AB78499AF6D4}" srcOrd="1" destOrd="0" presId="urn:microsoft.com/office/officeart/2008/layout/SquareAccentList"/>
    <dgm:cxn modelId="{5359DC0E-815F-4860-A8ED-428CB5FB2F63}" type="presParOf" srcId="{75E96F2F-DEF3-4C1B-8DB0-AB78499AF6D4}" destId="{86BF887D-BD9D-4DC4-9B5E-F1A8EECE9F48}" srcOrd="0" destOrd="0" presId="urn:microsoft.com/office/officeart/2008/layout/SquareAccentList"/>
    <dgm:cxn modelId="{F76511A1-13EA-4735-ADBC-D16B59FD02B4}" type="presParOf" srcId="{86BF887D-BD9D-4DC4-9B5E-F1A8EECE9F48}" destId="{EAA15EF4-CDB5-4069-A7F1-AF147CFCCB09}" srcOrd="0" destOrd="0" presId="urn:microsoft.com/office/officeart/2008/layout/SquareAccentList"/>
    <dgm:cxn modelId="{C3007496-03CB-442C-B08F-2F7F770EFB29}" type="presParOf" srcId="{86BF887D-BD9D-4DC4-9B5E-F1A8EECE9F48}" destId="{C52F1FD6-B239-4E73-BBC2-2CCCC321BD59}" srcOrd="1" destOrd="0" presId="urn:microsoft.com/office/officeart/2008/layout/SquareAccentList"/>
    <dgm:cxn modelId="{40DD28C5-A6FF-408B-A0E6-5C9EE370E4F4}" type="presParOf" srcId="{86BF887D-BD9D-4DC4-9B5E-F1A8EECE9F48}" destId="{7D940D72-52B5-4928-B173-33A9459AE753}" srcOrd="2" destOrd="0" presId="urn:microsoft.com/office/officeart/2008/layout/SquareAccentList"/>
    <dgm:cxn modelId="{73C2C171-08EF-4BAC-B558-6425A6B39B29}" type="presParOf" srcId="{75E96F2F-DEF3-4C1B-8DB0-AB78499AF6D4}" destId="{FE73CDAC-47D5-4F88-8DA9-D78004E53AA2}" srcOrd="1" destOrd="0" presId="urn:microsoft.com/office/officeart/2008/layout/SquareAccentList"/>
    <dgm:cxn modelId="{D2C585B3-9BFA-41A9-8E80-3856162E72C8}" type="presParOf" srcId="{FE73CDAC-47D5-4F88-8DA9-D78004E53AA2}" destId="{5DA6AB6E-CA9B-404A-8FB4-D08CAD60A060}" srcOrd="0" destOrd="0" presId="urn:microsoft.com/office/officeart/2008/layout/SquareAccentList"/>
    <dgm:cxn modelId="{A8DF1FA6-A341-497B-A187-7EBCC353A9CC}" type="presParOf" srcId="{5DA6AB6E-CA9B-404A-8FB4-D08CAD60A060}" destId="{9F8F8673-FFB6-43BD-B909-9236BD25280D}" srcOrd="0" destOrd="0" presId="urn:microsoft.com/office/officeart/2008/layout/SquareAccentList"/>
    <dgm:cxn modelId="{73F8A158-75BB-4FC7-8D89-C6966DE8BE93}" type="presParOf" srcId="{5DA6AB6E-CA9B-404A-8FB4-D08CAD60A060}" destId="{25EB476F-A9D6-498A-A174-DD7564865ABB}" srcOrd="1" destOrd="0" presId="urn:microsoft.com/office/officeart/2008/layout/SquareAccentList"/>
    <dgm:cxn modelId="{C40FC5E8-AC07-4F6D-B281-C1DF5319F216}" type="presParOf" srcId="{FE73CDAC-47D5-4F88-8DA9-D78004E53AA2}" destId="{B9C47CF6-983B-43F5-96CB-0EE6C7084026}" srcOrd="1" destOrd="0" presId="urn:microsoft.com/office/officeart/2008/layout/SquareAccentList"/>
    <dgm:cxn modelId="{37F7E5B8-0F2D-4D2B-9905-4CC9C17CF933}" type="presParOf" srcId="{B9C47CF6-983B-43F5-96CB-0EE6C7084026}" destId="{0C05B77A-1F70-4C84-8DA4-0F02FC6318E4}" srcOrd="0" destOrd="0" presId="urn:microsoft.com/office/officeart/2008/layout/SquareAccentList"/>
    <dgm:cxn modelId="{8E903455-01D5-4C40-A0F0-9D7DF3B8AF19}" type="presParOf" srcId="{B9C47CF6-983B-43F5-96CB-0EE6C7084026}" destId="{AE1FB5A8-8BEA-4D8C-9EB7-8C9EBB81B1ED}" srcOrd="1" destOrd="0" presId="urn:microsoft.com/office/officeart/2008/layout/SquareAccentList"/>
    <dgm:cxn modelId="{3A2DE07C-1023-43B0-8ADA-E585C1C453B7}" type="presParOf" srcId="{FE73CDAC-47D5-4F88-8DA9-D78004E53AA2}" destId="{9ED8B75F-7A96-48D1-88C7-DA7CC909DFE3}" srcOrd="2" destOrd="0" presId="urn:microsoft.com/office/officeart/2008/layout/SquareAccentList"/>
    <dgm:cxn modelId="{81D9AD32-91D1-4ABA-BAC0-80FE6FF6ED6E}" type="presParOf" srcId="{9ED8B75F-7A96-48D1-88C7-DA7CC909DFE3}" destId="{C032B030-6210-4BE4-87CF-E7C484035518}" srcOrd="0" destOrd="0" presId="urn:microsoft.com/office/officeart/2008/layout/SquareAccentList"/>
    <dgm:cxn modelId="{963996D9-E144-4355-B998-C942A9B5689E}" type="presParOf" srcId="{9ED8B75F-7A96-48D1-88C7-DA7CC909DFE3}" destId="{94120B8A-5CD7-4C88-8563-544BAA6FA200}" srcOrd="1" destOrd="0" presId="urn:microsoft.com/office/officeart/2008/layout/SquareAccentList"/>
    <dgm:cxn modelId="{1B8DDE2D-0BA9-42EC-992C-23D703DE6699}" type="presParOf" srcId="{FE73CDAC-47D5-4F88-8DA9-D78004E53AA2}" destId="{4960800E-7B69-429E-B5D2-BAB9A772EA51}" srcOrd="3" destOrd="0" presId="urn:microsoft.com/office/officeart/2008/layout/SquareAccentList"/>
    <dgm:cxn modelId="{F3F66F64-E8CB-46F5-9366-C4065D2F2A71}" type="presParOf" srcId="{4960800E-7B69-429E-B5D2-BAB9A772EA51}" destId="{D57E5058-72AF-4384-ABE0-089F198BEE59}" srcOrd="0" destOrd="0" presId="urn:microsoft.com/office/officeart/2008/layout/SquareAccentList"/>
    <dgm:cxn modelId="{96A2B59E-B8F2-4D1C-B99F-6B049CB8291D}" type="presParOf" srcId="{4960800E-7B69-429E-B5D2-BAB9A772EA51}" destId="{FEA4C3A1-09D0-4CC8-883A-645F607583EE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841D81C0-A4D2-4526-96AC-CE5CDDE75574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9FDBAB4C-F7EB-4D48-B77C-5A233F3D024D}">
      <dgm:prSet/>
      <dgm:spPr/>
      <dgm:t>
        <a:bodyPr/>
        <a:lstStyle/>
        <a:p>
          <a:pPr>
            <a:buNone/>
          </a:pPr>
          <a:r>
            <a:rPr lang="en-US" dirty="0"/>
            <a:t>Successfully worked on real-world projects</a:t>
          </a:r>
          <a:endParaRPr lang="en-IN" dirty="0"/>
        </a:p>
      </dgm:t>
    </dgm:pt>
    <dgm:pt modelId="{C79E6C1A-24DE-4A19-8E9D-15E2FE0ED049}" type="parTrans" cxnId="{D23BE3A6-166A-45BE-9711-2B612BA21E58}">
      <dgm:prSet/>
      <dgm:spPr/>
      <dgm:t>
        <a:bodyPr/>
        <a:lstStyle/>
        <a:p>
          <a:endParaRPr lang="en-IN"/>
        </a:p>
      </dgm:t>
    </dgm:pt>
    <dgm:pt modelId="{1EC49DAA-9E0D-4244-9590-8C6650066F75}" type="sibTrans" cxnId="{D23BE3A6-166A-45BE-9711-2B612BA21E58}">
      <dgm:prSet/>
      <dgm:spPr/>
      <dgm:t>
        <a:bodyPr/>
        <a:lstStyle/>
        <a:p>
          <a:endParaRPr lang="en-IN"/>
        </a:p>
      </dgm:t>
    </dgm:pt>
    <dgm:pt modelId="{B788E14B-E2F7-4365-9E48-810A85944F4B}">
      <dgm:prSet phldrT="[Text]"/>
      <dgm:spPr/>
      <dgm:t>
        <a:bodyPr/>
        <a:lstStyle/>
        <a:p>
          <a:pPr>
            <a:buNone/>
          </a:pPr>
          <a:r>
            <a:rPr lang="en-IN" dirty="0"/>
            <a:t>Contributed to live applications</a:t>
          </a:r>
        </a:p>
      </dgm:t>
    </dgm:pt>
    <dgm:pt modelId="{96709459-D7D6-4524-B091-123ACCE4EE10}" type="parTrans" cxnId="{86AB356C-9122-4164-BA77-BAE774A7D8C0}">
      <dgm:prSet/>
      <dgm:spPr/>
      <dgm:t>
        <a:bodyPr/>
        <a:lstStyle/>
        <a:p>
          <a:endParaRPr lang="en-IN"/>
        </a:p>
      </dgm:t>
    </dgm:pt>
    <dgm:pt modelId="{EDF7EAEE-AF55-43B0-B2C3-A6F679E0AECE}" type="sibTrans" cxnId="{86AB356C-9122-4164-BA77-BAE774A7D8C0}">
      <dgm:prSet/>
      <dgm:spPr/>
      <dgm:t>
        <a:bodyPr/>
        <a:lstStyle/>
        <a:p>
          <a:endParaRPr lang="en-IN"/>
        </a:p>
      </dgm:t>
    </dgm:pt>
    <dgm:pt modelId="{24129D69-000C-42BC-A725-C46629A05E33}">
      <dgm:prSet phldrT="[Text]"/>
      <dgm:spPr/>
      <dgm:t>
        <a:bodyPr/>
        <a:lstStyle/>
        <a:p>
          <a:pPr>
            <a:buNone/>
          </a:pPr>
          <a:r>
            <a:rPr lang="en-IN" dirty="0"/>
            <a:t>Gained </a:t>
          </a:r>
          <a:r>
            <a:rPr lang="en-IN"/>
            <a:t>industry-level experience</a:t>
          </a:r>
          <a:endParaRPr lang="en-IN" dirty="0"/>
        </a:p>
      </dgm:t>
    </dgm:pt>
    <dgm:pt modelId="{819C4FA6-1A05-4E27-B921-D96F521B470F}" type="parTrans" cxnId="{AB905C03-3C97-4E23-B4EA-8941AF50AF3E}">
      <dgm:prSet/>
      <dgm:spPr/>
      <dgm:t>
        <a:bodyPr/>
        <a:lstStyle/>
        <a:p>
          <a:endParaRPr lang="en-IN"/>
        </a:p>
      </dgm:t>
    </dgm:pt>
    <dgm:pt modelId="{5D43447F-82D2-47A2-9C66-79C4B805CAD7}" type="sibTrans" cxnId="{AB905C03-3C97-4E23-B4EA-8941AF50AF3E}">
      <dgm:prSet/>
      <dgm:spPr/>
      <dgm:t>
        <a:bodyPr/>
        <a:lstStyle/>
        <a:p>
          <a:endParaRPr lang="en-IN"/>
        </a:p>
      </dgm:t>
    </dgm:pt>
    <dgm:pt modelId="{D6C9C851-7537-46C2-9012-6141C5CC477C}">
      <dgm:prSet phldrT="[Text]"/>
      <dgm:spPr/>
      <dgm:t>
        <a:bodyPr/>
        <a:lstStyle/>
        <a:p>
          <a:pPr>
            <a:buNone/>
          </a:pPr>
          <a:r>
            <a:rPr lang="en-US"/>
            <a:t>Improved technical and professional skills</a:t>
          </a:r>
          <a:endParaRPr lang="en-IN" dirty="0"/>
        </a:p>
      </dgm:t>
    </dgm:pt>
    <dgm:pt modelId="{47A502C3-5D4C-4745-95B3-1EFEF71FAF2E}" type="parTrans" cxnId="{C1FEC98D-F286-46F1-8C18-E5E913D1D79F}">
      <dgm:prSet/>
      <dgm:spPr/>
      <dgm:t>
        <a:bodyPr/>
        <a:lstStyle/>
        <a:p>
          <a:endParaRPr lang="en-IN"/>
        </a:p>
      </dgm:t>
    </dgm:pt>
    <dgm:pt modelId="{E98518B2-F512-40EA-8BF3-F3FBF8BCFE47}" type="sibTrans" cxnId="{C1FEC98D-F286-46F1-8C18-E5E913D1D79F}">
      <dgm:prSet/>
      <dgm:spPr/>
      <dgm:t>
        <a:bodyPr/>
        <a:lstStyle/>
        <a:p>
          <a:endParaRPr lang="en-IN"/>
        </a:p>
      </dgm:t>
    </dgm:pt>
    <dgm:pt modelId="{15771217-7FCA-4C42-A020-6EB7E7D679BA}" type="pres">
      <dgm:prSet presAssocID="{841D81C0-A4D2-4526-96AC-CE5CDDE75574}" presName="diagram" presStyleCnt="0">
        <dgm:presLayoutVars>
          <dgm:dir/>
          <dgm:resizeHandles val="exact"/>
        </dgm:presLayoutVars>
      </dgm:prSet>
      <dgm:spPr/>
    </dgm:pt>
    <dgm:pt modelId="{D753BE56-CF79-43F8-8F30-07693231E4B3}" type="pres">
      <dgm:prSet presAssocID="{9FDBAB4C-F7EB-4D48-B77C-5A233F3D024D}" presName="node" presStyleLbl="node1" presStyleIdx="0" presStyleCnt="4">
        <dgm:presLayoutVars>
          <dgm:bulletEnabled val="1"/>
        </dgm:presLayoutVars>
      </dgm:prSet>
      <dgm:spPr/>
    </dgm:pt>
    <dgm:pt modelId="{E22FA3DE-4398-4BB3-B8AC-23832AE30659}" type="pres">
      <dgm:prSet presAssocID="{1EC49DAA-9E0D-4244-9590-8C6650066F75}" presName="sibTrans" presStyleCnt="0"/>
      <dgm:spPr/>
    </dgm:pt>
    <dgm:pt modelId="{98467D52-3E0B-4146-919E-BD74BC6A250C}" type="pres">
      <dgm:prSet presAssocID="{D6C9C851-7537-46C2-9012-6141C5CC477C}" presName="node" presStyleLbl="node1" presStyleIdx="1" presStyleCnt="4">
        <dgm:presLayoutVars>
          <dgm:bulletEnabled val="1"/>
        </dgm:presLayoutVars>
      </dgm:prSet>
      <dgm:spPr/>
    </dgm:pt>
    <dgm:pt modelId="{3A763071-A63D-4A20-8CB1-628D783B569C}" type="pres">
      <dgm:prSet presAssocID="{E98518B2-F512-40EA-8BF3-F3FBF8BCFE47}" presName="sibTrans" presStyleCnt="0"/>
      <dgm:spPr/>
    </dgm:pt>
    <dgm:pt modelId="{A145FF17-60B3-4797-8588-48F915BCC01D}" type="pres">
      <dgm:prSet presAssocID="{B788E14B-E2F7-4365-9E48-810A85944F4B}" presName="node" presStyleLbl="node1" presStyleIdx="2" presStyleCnt="4">
        <dgm:presLayoutVars>
          <dgm:bulletEnabled val="1"/>
        </dgm:presLayoutVars>
      </dgm:prSet>
      <dgm:spPr/>
    </dgm:pt>
    <dgm:pt modelId="{DD57521D-2862-459F-9996-65089C8F0D76}" type="pres">
      <dgm:prSet presAssocID="{EDF7EAEE-AF55-43B0-B2C3-A6F679E0AECE}" presName="sibTrans" presStyleCnt="0"/>
      <dgm:spPr/>
    </dgm:pt>
    <dgm:pt modelId="{3EBF00C5-B6FA-4C24-B48C-C4A87DD70657}" type="pres">
      <dgm:prSet presAssocID="{24129D69-000C-42BC-A725-C46629A05E33}" presName="node" presStyleLbl="node1" presStyleIdx="3" presStyleCnt="4">
        <dgm:presLayoutVars>
          <dgm:bulletEnabled val="1"/>
        </dgm:presLayoutVars>
      </dgm:prSet>
      <dgm:spPr/>
    </dgm:pt>
  </dgm:ptLst>
  <dgm:cxnLst>
    <dgm:cxn modelId="{AB905C03-3C97-4E23-B4EA-8941AF50AF3E}" srcId="{841D81C0-A4D2-4526-96AC-CE5CDDE75574}" destId="{24129D69-000C-42BC-A725-C46629A05E33}" srcOrd="3" destOrd="0" parTransId="{819C4FA6-1A05-4E27-B921-D96F521B470F}" sibTransId="{5D43447F-82D2-47A2-9C66-79C4B805CAD7}"/>
    <dgm:cxn modelId="{63EBCF65-8C86-421B-9FA3-AC20FDB184EA}" type="presOf" srcId="{D6C9C851-7537-46C2-9012-6141C5CC477C}" destId="{98467D52-3E0B-4146-919E-BD74BC6A250C}" srcOrd="0" destOrd="0" presId="urn:microsoft.com/office/officeart/2005/8/layout/default"/>
    <dgm:cxn modelId="{86AB356C-9122-4164-BA77-BAE774A7D8C0}" srcId="{841D81C0-A4D2-4526-96AC-CE5CDDE75574}" destId="{B788E14B-E2F7-4365-9E48-810A85944F4B}" srcOrd="2" destOrd="0" parTransId="{96709459-D7D6-4524-B091-123ACCE4EE10}" sibTransId="{EDF7EAEE-AF55-43B0-B2C3-A6F679E0AECE}"/>
    <dgm:cxn modelId="{908FEE82-49E1-45ED-8911-91A32A6D92CB}" type="presOf" srcId="{9FDBAB4C-F7EB-4D48-B77C-5A233F3D024D}" destId="{D753BE56-CF79-43F8-8F30-07693231E4B3}" srcOrd="0" destOrd="0" presId="urn:microsoft.com/office/officeart/2005/8/layout/default"/>
    <dgm:cxn modelId="{7FCC3688-F6BA-4E9B-8E6E-4BBD3021C37C}" type="presOf" srcId="{24129D69-000C-42BC-A725-C46629A05E33}" destId="{3EBF00C5-B6FA-4C24-B48C-C4A87DD70657}" srcOrd="0" destOrd="0" presId="urn:microsoft.com/office/officeart/2005/8/layout/default"/>
    <dgm:cxn modelId="{C1FEC98D-F286-46F1-8C18-E5E913D1D79F}" srcId="{841D81C0-A4D2-4526-96AC-CE5CDDE75574}" destId="{D6C9C851-7537-46C2-9012-6141C5CC477C}" srcOrd="1" destOrd="0" parTransId="{47A502C3-5D4C-4745-95B3-1EFEF71FAF2E}" sibTransId="{E98518B2-F512-40EA-8BF3-F3FBF8BCFE47}"/>
    <dgm:cxn modelId="{D23BE3A6-166A-45BE-9711-2B612BA21E58}" srcId="{841D81C0-A4D2-4526-96AC-CE5CDDE75574}" destId="{9FDBAB4C-F7EB-4D48-B77C-5A233F3D024D}" srcOrd="0" destOrd="0" parTransId="{C79E6C1A-24DE-4A19-8E9D-15E2FE0ED049}" sibTransId="{1EC49DAA-9E0D-4244-9590-8C6650066F75}"/>
    <dgm:cxn modelId="{0BAD44A8-3A2C-43AD-B812-120D89E8E53F}" type="presOf" srcId="{841D81C0-A4D2-4526-96AC-CE5CDDE75574}" destId="{15771217-7FCA-4C42-A020-6EB7E7D679BA}" srcOrd="0" destOrd="0" presId="urn:microsoft.com/office/officeart/2005/8/layout/default"/>
    <dgm:cxn modelId="{79B56CC9-7AE4-43C6-939C-05CDC24A9FB3}" type="presOf" srcId="{B788E14B-E2F7-4365-9E48-810A85944F4B}" destId="{A145FF17-60B3-4797-8588-48F915BCC01D}" srcOrd="0" destOrd="0" presId="urn:microsoft.com/office/officeart/2005/8/layout/default"/>
    <dgm:cxn modelId="{3F96BA76-AAA8-460A-B8F4-CEEA56E6171A}" type="presParOf" srcId="{15771217-7FCA-4C42-A020-6EB7E7D679BA}" destId="{D753BE56-CF79-43F8-8F30-07693231E4B3}" srcOrd="0" destOrd="0" presId="urn:microsoft.com/office/officeart/2005/8/layout/default"/>
    <dgm:cxn modelId="{6C304E70-198B-412D-868E-92653421D0FA}" type="presParOf" srcId="{15771217-7FCA-4C42-A020-6EB7E7D679BA}" destId="{E22FA3DE-4398-4BB3-B8AC-23832AE30659}" srcOrd="1" destOrd="0" presId="urn:microsoft.com/office/officeart/2005/8/layout/default"/>
    <dgm:cxn modelId="{3E00098F-F43F-484D-9955-7ED00CAD00A8}" type="presParOf" srcId="{15771217-7FCA-4C42-A020-6EB7E7D679BA}" destId="{98467D52-3E0B-4146-919E-BD74BC6A250C}" srcOrd="2" destOrd="0" presId="urn:microsoft.com/office/officeart/2005/8/layout/default"/>
    <dgm:cxn modelId="{FEF474E1-F28F-4696-8789-AB9471DC4738}" type="presParOf" srcId="{15771217-7FCA-4C42-A020-6EB7E7D679BA}" destId="{3A763071-A63D-4A20-8CB1-628D783B569C}" srcOrd="3" destOrd="0" presId="urn:microsoft.com/office/officeart/2005/8/layout/default"/>
    <dgm:cxn modelId="{4EABC883-9B04-4182-8D4A-AF23141D854B}" type="presParOf" srcId="{15771217-7FCA-4C42-A020-6EB7E7D679BA}" destId="{A145FF17-60B3-4797-8588-48F915BCC01D}" srcOrd="4" destOrd="0" presId="urn:microsoft.com/office/officeart/2005/8/layout/default"/>
    <dgm:cxn modelId="{CB99983A-A57D-4D90-AC4E-B853874C2502}" type="presParOf" srcId="{15771217-7FCA-4C42-A020-6EB7E7D679BA}" destId="{DD57521D-2862-459F-9996-65089C8F0D76}" srcOrd="5" destOrd="0" presId="urn:microsoft.com/office/officeart/2005/8/layout/default"/>
    <dgm:cxn modelId="{E92C5141-6B33-4909-922D-DBC66A02F2BF}" type="presParOf" srcId="{15771217-7FCA-4C42-A020-6EB7E7D679BA}" destId="{3EBF00C5-B6FA-4C24-B48C-C4A87DD70657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27CFD93-BDF9-4BF2-B056-99120554CFCB}">
      <dsp:nvSpPr>
        <dsp:cNvPr id="0" name=""/>
        <dsp:cNvSpPr/>
      </dsp:nvSpPr>
      <dsp:spPr>
        <a:xfrm>
          <a:off x="0" y="54393"/>
          <a:ext cx="2915239" cy="772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7368" tIns="99060" rIns="277368" bIns="99060" numCol="1" spcCol="1270" anchor="ctr" anchorCtr="0">
          <a:noAutofit/>
        </a:bodyPr>
        <a:lstStyle/>
        <a:p>
          <a:pPr marL="0" lvl="0" indent="0" algn="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 dirty="0"/>
            <a:t>Name</a:t>
          </a:r>
        </a:p>
      </dsp:txBody>
      <dsp:txXfrm>
        <a:off x="0" y="54393"/>
        <a:ext cx="2915239" cy="772200"/>
      </dsp:txXfrm>
    </dsp:sp>
    <dsp:sp modelId="{9E2825F5-2BA7-4F4A-8152-BFDBCA07375D}">
      <dsp:nvSpPr>
        <dsp:cNvPr id="0" name=""/>
        <dsp:cNvSpPr/>
      </dsp:nvSpPr>
      <dsp:spPr>
        <a:xfrm>
          <a:off x="2915239" y="18196"/>
          <a:ext cx="583047" cy="844593"/>
        </a:xfrm>
        <a:prstGeom prst="leftBrace">
          <a:avLst>
            <a:gd name="adj1" fmla="val 35000"/>
            <a:gd name="adj2" fmla="val 50000"/>
          </a:avLst>
        </a:pr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93818D-E233-49E2-B914-104B7D262605}">
      <dsp:nvSpPr>
        <dsp:cNvPr id="0" name=""/>
        <dsp:cNvSpPr/>
      </dsp:nvSpPr>
      <dsp:spPr>
        <a:xfrm>
          <a:off x="3731506" y="18196"/>
          <a:ext cx="7929450" cy="84459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3900" kern="1200"/>
            <a:t>ThousandX Ventures LLP</a:t>
          </a:r>
        </a:p>
      </dsp:txBody>
      <dsp:txXfrm>
        <a:off x="3731506" y="18196"/>
        <a:ext cx="7929450" cy="844593"/>
      </dsp:txXfrm>
    </dsp:sp>
    <dsp:sp modelId="{A6BE4494-167B-4C99-A2C2-9780C7AAD5CB}">
      <dsp:nvSpPr>
        <dsp:cNvPr id="0" name=""/>
        <dsp:cNvSpPr/>
      </dsp:nvSpPr>
      <dsp:spPr>
        <a:xfrm>
          <a:off x="0" y="1039387"/>
          <a:ext cx="2915239" cy="772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7368" tIns="99060" rIns="277368" bIns="99060" numCol="1" spcCol="1270" anchor="ctr" anchorCtr="0">
          <a:noAutofit/>
        </a:bodyPr>
        <a:lstStyle/>
        <a:p>
          <a:pPr marL="0" lvl="0" indent="0" algn="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Origin</a:t>
          </a:r>
        </a:p>
      </dsp:txBody>
      <dsp:txXfrm>
        <a:off x="0" y="1039387"/>
        <a:ext cx="2915239" cy="772200"/>
      </dsp:txXfrm>
    </dsp:sp>
    <dsp:sp modelId="{AA46FB30-C8E3-4F8E-B10D-06ACED20C07B}">
      <dsp:nvSpPr>
        <dsp:cNvPr id="0" name=""/>
        <dsp:cNvSpPr/>
      </dsp:nvSpPr>
      <dsp:spPr>
        <a:xfrm>
          <a:off x="2915239" y="1003190"/>
          <a:ext cx="583047" cy="844593"/>
        </a:xfrm>
        <a:prstGeom prst="leftBrace">
          <a:avLst>
            <a:gd name="adj1" fmla="val 35000"/>
            <a:gd name="adj2" fmla="val 50000"/>
          </a:avLst>
        </a:pr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829DF46-306D-47C2-8BCE-4154421700AE}">
      <dsp:nvSpPr>
        <dsp:cNvPr id="0" name=""/>
        <dsp:cNvSpPr/>
      </dsp:nvSpPr>
      <dsp:spPr>
        <a:xfrm>
          <a:off x="3731506" y="1003190"/>
          <a:ext cx="7929450" cy="84459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3900" kern="1200" dirty="0"/>
            <a:t>January 2025</a:t>
          </a:r>
        </a:p>
      </dsp:txBody>
      <dsp:txXfrm>
        <a:off x="3731506" y="1003190"/>
        <a:ext cx="7929450" cy="844593"/>
      </dsp:txXfrm>
    </dsp:sp>
    <dsp:sp modelId="{53889986-D178-4BD0-BF65-89A642B05593}">
      <dsp:nvSpPr>
        <dsp:cNvPr id="0" name=""/>
        <dsp:cNvSpPr/>
      </dsp:nvSpPr>
      <dsp:spPr>
        <a:xfrm>
          <a:off x="0" y="2024380"/>
          <a:ext cx="2915239" cy="7722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7368" tIns="99060" rIns="277368" bIns="99060" numCol="1" spcCol="1270" anchor="ctr" anchorCtr="0">
          <a:noAutofit/>
        </a:bodyPr>
        <a:lstStyle/>
        <a:p>
          <a:pPr marL="0" lvl="0" indent="0" algn="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 dirty="0"/>
            <a:t>Location</a:t>
          </a:r>
        </a:p>
      </dsp:txBody>
      <dsp:txXfrm>
        <a:off x="0" y="2024380"/>
        <a:ext cx="2915239" cy="772200"/>
      </dsp:txXfrm>
    </dsp:sp>
    <dsp:sp modelId="{EF094E06-9E93-4682-A72C-EBE52A384597}">
      <dsp:nvSpPr>
        <dsp:cNvPr id="0" name=""/>
        <dsp:cNvSpPr/>
      </dsp:nvSpPr>
      <dsp:spPr>
        <a:xfrm>
          <a:off x="2915239" y="1988183"/>
          <a:ext cx="583047" cy="844593"/>
        </a:xfrm>
        <a:prstGeom prst="leftBrace">
          <a:avLst>
            <a:gd name="adj1" fmla="val 35000"/>
            <a:gd name="adj2" fmla="val 50000"/>
          </a:avLst>
        </a:pr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457566C-7E01-4D79-B5D4-2CDDDC008EEA}">
      <dsp:nvSpPr>
        <dsp:cNvPr id="0" name=""/>
        <dsp:cNvSpPr/>
      </dsp:nvSpPr>
      <dsp:spPr>
        <a:xfrm>
          <a:off x="3731506" y="1988183"/>
          <a:ext cx="7929450" cy="84459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3900" kern="1200" dirty="0"/>
            <a:t>Satna, Madhya Pradesh</a:t>
          </a:r>
        </a:p>
      </dsp:txBody>
      <dsp:txXfrm>
        <a:off x="3731506" y="1988183"/>
        <a:ext cx="7929450" cy="844593"/>
      </dsp:txXfrm>
    </dsp:sp>
    <dsp:sp modelId="{E98D9AA4-DAA4-4566-8A3C-C7EC33F4E1C9}">
      <dsp:nvSpPr>
        <dsp:cNvPr id="0" name=""/>
        <dsp:cNvSpPr/>
      </dsp:nvSpPr>
      <dsp:spPr>
        <a:xfrm>
          <a:off x="0" y="3074981"/>
          <a:ext cx="2915239" cy="13030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77368" tIns="99060" rIns="277368" bIns="99060" numCol="1" spcCol="1270" anchor="ctr" anchorCtr="0">
          <a:noAutofit/>
        </a:bodyPr>
        <a:lstStyle/>
        <a:p>
          <a:pPr marL="0" lvl="0" indent="0" algn="r" defTabSz="1733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900" kern="1200"/>
            <a:t>Co-Founder</a:t>
          </a:r>
          <a:endParaRPr lang="en-IN" sz="3900" kern="1200" dirty="0"/>
        </a:p>
      </dsp:txBody>
      <dsp:txXfrm>
        <a:off x="0" y="3074981"/>
        <a:ext cx="2915239" cy="1303087"/>
      </dsp:txXfrm>
    </dsp:sp>
    <dsp:sp modelId="{84042C5C-68EA-4F13-8FD2-AC142F927076}">
      <dsp:nvSpPr>
        <dsp:cNvPr id="0" name=""/>
        <dsp:cNvSpPr/>
      </dsp:nvSpPr>
      <dsp:spPr>
        <a:xfrm>
          <a:off x="2915239" y="2973177"/>
          <a:ext cx="583047" cy="1506694"/>
        </a:xfrm>
        <a:prstGeom prst="leftBrace">
          <a:avLst>
            <a:gd name="adj1" fmla="val 35000"/>
            <a:gd name="adj2" fmla="val 50000"/>
          </a:avLst>
        </a:pr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110D3E0-31E9-4A57-9A18-526DA69C7C1A}">
      <dsp:nvSpPr>
        <dsp:cNvPr id="0" name=""/>
        <dsp:cNvSpPr/>
      </dsp:nvSpPr>
      <dsp:spPr>
        <a:xfrm>
          <a:off x="3731506" y="2973177"/>
          <a:ext cx="7929450" cy="150669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8590" tIns="148590" rIns="148590" bIns="148590" numCol="1" spcCol="1270" anchor="ctr" anchorCtr="0">
          <a:noAutofit/>
        </a:bodyPr>
        <a:lstStyle/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3900" kern="1200"/>
            <a:t>Shubham Agarwal</a:t>
          </a:r>
          <a:endParaRPr lang="en-IN" sz="3900" kern="1200" dirty="0"/>
        </a:p>
        <a:p>
          <a:pPr marL="285750" lvl="1" indent="-285750" algn="l" defTabSz="17335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3900" kern="1200"/>
            <a:t>Tushar Jaiswal</a:t>
          </a:r>
          <a:endParaRPr lang="en-IN" sz="3900" kern="1200" dirty="0"/>
        </a:p>
      </dsp:txBody>
      <dsp:txXfrm>
        <a:off x="3731506" y="2973177"/>
        <a:ext cx="7929450" cy="150669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EC4D11-144D-4B41-AACB-98C449109F80}">
      <dsp:nvSpPr>
        <dsp:cNvPr id="0" name=""/>
        <dsp:cNvSpPr/>
      </dsp:nvSpPr>
      <dsp:spPr>
        <a:xfrm>
          <a:off x="56" y="109907"/>
          <a:ext cx="5391727" cy="748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600" kern="1200" dirty="0"/>
            <a:t>Vision</a:t>
          </a:r>
        </a:p>
      </dsp:txBody>
      <dsp:txXfrm>
        <a:off x="56" y="109907"/>
        <a:ext cx="5391727" cy="748800"/>
      </dsp:txXfrm>
    </dsp:sp>
    <dsp:sp modelId="{63853D33-8147-4807-B5D6-C81D86F6B43D}">
      <dsp:nvSpPr>
        <dsp:cNvPr id="0" name=""/>
        <dsp:cNvSpPr/>
      </dsp:nvSpPr>
      <dsp:spPr>
        <a:xfrm>
          <a:off x="56" y="858707"/>
          <a:ext cx="5391727" cy="34257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kern="1200" dirty="0"/>
            <a:t>Leading Technology company in </a:t>
          </a:r>
          <a:r>
            <a:rPr lang="en-IN" sz="2600" b="1" kern="1200" dirty="0"/>
            <a:t>AI-native web and mobile solution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b="0" kern="1200" dirty="0"/>
            <a:t>Building </a:t>
          </a:r>
          <a:r>
            <a:rPr lang="en-IN" sz="2600" b="1" kern="1200" dirty="0"/>
            <a:t>intelligent and </a:t>
          </a:r>
          <a:r>
            <a:rPr lang="en-US" sz="2600" b="1" kern="1200" dirty="0"/>
            <a:t>scalable, and user-centric digital products</a:t>
          </a:r>
          <a:endParaRPr lang="en-IN" sz="2600" b="1" kern="1200" dirty="0"/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b="0" kern="1200"/>
            <a:t>Deliver</a:t>
          </a:r>
          <a:r>
            <a:rPr lang="en-IN" sz="2600" b="1" kern="1200"/>
            <a:t> </a:t>
          </a:r>
          <a:r>
            <a:rPr lang="en-IN" sz="2600" kern="1200"/>
            <a:t>high-performance applications across platforms</a:t>
          </a:r>
          <a:endParaRPr lang="en-IN" sz="2600" b="0" kern="1200" dirty="0"/>
        </a:p>
      </dsp:txBody>
      <dsp:txXfrm>
        <a:off x="56" y="858707"/>
        <a:ext cx="5391727" cy="3425760"/>
      </dsp:txXfrm>
    </dsp:sp>
    <dsp:sp modelId="{E34F7B5E-DB52-47D9-A342-A29A39CAC83C}">
      <dsp:nvSpPr>
        <dsp:cNvPr id="0" name=""/>
        <dsp:cNvSpPr/>
      </dsp:nvSpPr>
      <dsp:spPr>
        <a:xfrm>
          <a:off x="6146625" y="109907"/>
          <a:ext cx="5391727" cy="7488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912" tIns="105664" rIns="184912" bIns="105664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600" kern="1200"/>
            <a:t>Mission</a:t>
          </a:r>
          <a:endParaRPr lang="en-IN" sz="2600" kern="1200" dirty="0"/>
        </a:p>
      </dsp:txBody>
      <dsp:txXfrm>
        <a:off x="6146625" y="109907"/>
        <a:ext cx="5391727" cy="748800"/>
      </dsp:txXfrm>
    </dsp:sp>
    <dsp:sp modelId="{472554A7-6B74-4F73-83E1-A24CAA246678}">
      <dsp:nvSpPr>
        <dsp:cNvPr id="0" name=""/>
        <dsp:cNvSpPr/>
      </dsp:nvSpPr>
      <dsp:spPr>
        <a:xfrm>
          <a:off x="6146625" y="858707"/>
          <a:ext cx="5391727" cy="3425760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8684" tIns="138684" rIns="184912" bIns="208026" numCol="1" spcCol="1270" anchor="t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kern="1200" dirty="0"/>
            <a:t>Develop </a:t>
          </a:r>
          <a:r>
            <a:rPr lang="en-IN" sz="2600" b="1" kern="1200" dirty="0"/>
            <a:t>AI-powered</a:t>
          </a:r>
          <a:r>
            <a:rPr lang="en-IN" sz="2600" kern="1200" dirty="0"/>
            <a:t> application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kern="1200" dirty="0"/>
            <a:t>Scalable </a:t>
          </a:r>
          <a:r>
            <a:rPr lang="en-IN" sz="2600" b="1" kern="1200" dirty="0"/>
            <a:t>Web</a:t>
          </a:r>
          <a:r>
            <a:rPr lang="en-IN" sz="2600" kern="1200" dirty="0"/>
            <a:t> and </a:t>
          </a:r>
          <a:r>
            <a:rPr lang="en-IN" sz="2600" b="1" kern="1200" dirty="0"/>
            <a:t>Android</a:t>
          </a:r>
          <a:r>
            <a:rPr lang="en-IN" sz="2600" kern="1200" dirty="0"/>
            <a:t> application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IN" sz="2600" kern="1200" dirty="0"/>
            <a:t>Adopt emerging technologies like </a:t>
          </a:r>
          <a:r>
            <a:rPr lang="en-IN" sz="2600" b="1" kern="1200" dirty="0"/>
            <a:t>AI, Automation and Cloud Computing</a:t>
          </a:r>
        </a:p>
      </dsp:txBody>
      <dsp:txXfrm>
        <a:off x="6146625" y="858707"/>
        <a:ext cx="5391727" cy="342576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45AD750-289A-4C21-8494-63BB984EA898}">
      <dsp:nvSpPr>
        <dsp:cNvPr id="0" name=""/>
        <dsp:cNvSpPr/>
      </dsp:nvSpPr>
      <dsp:spPr>
        <a:xfrm rot="16200000">
          <a:off x="-660197" y="662753"/>
          <a:ext cx="3834353" cy="2508845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0" tIns="0" rIns="182811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kern="1200" dirty="0"/>
            <a:t>Develop responsive </a:t>
          </a:r>
          <a:r>
            <a:rPr lang="en-IN" sz="2900" kern="1200"/>
            <a:t>web interfaces</a:t>
          </a:r>
          <a:endParaRPr lang="en-IN" sz="2900" kern="1200" dirty="0"/>
        </a:p>
      </dsp:txBody>
      <dsp:txXfrm rot="5400000">
        <a:off x="2557" y="766870"/>
        <a:ext cx="2508845" cy="2300611"/>
      </dsp:txXfrm>
    </dsp:sp>
    <dsp:sp modelId="{764137B9-DF93-4CC4-9A0F-16D172779CA2}">
      <dsp:nvSpPr>
        <dsp:cNvPr id="0" name=""/>
        <dsp:cNvSpPr/>
      </dsp:nvSpPr>
      <dsp:spPr>
        <a:xfrm rot="16200000">
          <a:off x="2036811" y="662753"/>
          <a:ext cx="3834353" cy="2508845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0" tIns="0" rIns="182811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kern="1200" dirty="0"/>
            <a:t>Build scalable systems using CMS</a:t>
          </a:r>
          <a:endParaRPr lang="en-IN" sz="2900" kern="1200" dirty="0"/>
        </a:p>
      </dsp:txBody>
      <dsp:txXfrm rot="5400000">
        <a:off x="2699565" y="766870"/>
        <a:ext cx="2508845" cy="2300611"/>
      </dsp:txXfrm>
    </dsp:sp>
    <dsp:sp modelId="{D22DB891-929A-429C-890D-58123D084B73}">
      <dsp:nvSpPr>
        <dsp:cNvPr id="0" name=""/>
        <dsp:cNvSpPr/>
      </dsp:nvSpPr>
      <dsp:spPr>
        <a:xfrm rot="16200000">
          <a:off x="4733820" y="662753"/>
          <a:ext cx="3834353" cy="2508845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0" tIns="0" rIns="182811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kern="1200" dirty="0"/>
            <a:t>Improve UI/UX and accessibility</a:t>
          </a:r>
        </a:p>
      </dsp:txBody>
      <dsp:txXfrm rot="5400000">
        <a:off x="5396574" y="766870"/>
        <a:ext cx="2508845" cy="2300611"/>
      </dsp:txXfrm>
    </dsp:sp>
    <dsp:sp modelId="{280014CF-898A-438C-83C4-8E708BAEEB81}">
      <dsp:nvSpPr>
        <dsp:cNvPr id="0" name=""/>
        <dsp:cNvSpPr/>
      </dsp:nvSpPr>
      <dsp:spPr>
        <a:xfrm rot="16200000">
          <a:off x="7430829" y="662753"/>
          <a:ext cx="3834353" cy="2508845"/>
        </a:xfrm>
        <a:prstGeom prst="flowChartManualOperati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4150" tIns="0" rIns="182811" bIns="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900" kern="1200"/>
            <a:t>Ensure system stability via debugging</a:t>
          </a:r>
          <a:endParaRPr lang="en-IN" sz="2900" kern="1200" dirty="0"/>
        </a:p>
      </dsp:txBody>
      <dsp:txXfrm rot="5400000">
        <a:off x="8093583" y="766870"/>
        <a:ext cx="2508845" cy="230061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0446503-3937-429C-8971-B6FE82F7F938}">
      <dsp:nvSpPr>
        <dsp:cNvPr id="0" name=""/>
        <dsp:cNvSpPr/>
      </dsp:nvSpPr>
      <dsp:spPr>
        <a:xfrm>
          <a:off x="0" y="4655859"/>
          <a:ext cx="9723225" cy="0"/>
        </a:xfrm>
        <a:prstGeom prst="line">
          <a:avLst/>
        </a:pr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3A0A640-ECB5-407E-A970-F246A7F3B237}">
      <dsp:nvSpPr>
        <dsp:cNvPr id="0" name=""/>
        <dsp:cNvSpPr/>
      </dsp:nvSpPr>
      <dsp:spPr>
        <a:xfrm>
          <a:off x="0" y="2656201"/>
          <a:ext cx="9723225" cy="0"/>
        </a:xfrm>
        <a:prstGeom prst="line">
          <a:avLst/>
        </a:pr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F7B60EA-5DFF-4B73-942B-A0956EDD2B9A}">
      <dsp:nvSpPr>
        <dsp:cNvPr id="0" name=""/>
        <dsp:cNvSpPr/>
      </dsp:nvSpPr>
      <dsp:spPr>
        <a:xfrm>
          <a:off x="0" y="656544"/>
          <a:ext cx="9723225" cy="0"/>
        </a:xfrm>
        <a:prstGeom prst="line">
          <a:avLst/>
        </a:prstGeom>
        <a:noFill/>
        <a:ln w="15875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0361574-7A16-4625-9019-68478CE3BECD}">
      <dsp:nvSpPr>
        <dsp:cNvPr id="0" name=""/>
        <dsp:cNvSpPr/>
      </dsp:nvSpPr>
      <dsp:spPr>
        <a:xfrm>
          <a:off x="2528038" y="983"/>
          <a:ext cx="7195186" cy="655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195" tIns="36195" rIns="36195" bIns="36195" numCol="1" spcCol="1270" anchor="b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Developed responsive websites</a:t>
          </a:r>
        </a:p>
      </dsp:txBody>
      <dsp:txXfrm>
        <a:off x="2528038" y="983"/>
        <a:ext cx="7195186" cy="655560"/>
      </dsp:txXfrm>
    </dsp:sp>
    <dsp:sp modelId="{37BC4E87-E764-45B1-BB8E-724E79B2118D}">
      <dsp:nvSpPr>
        <dsp:cNvPr id="0" name=""/>
        <dsp:cNvSpPr/>
      </dsp:nvSpPr>
      <dsp:spPr>
        <a:xfrm>
          <a:off x="0" y="983"/>
          <a:ext cx="2528038" cy="655560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Frontend Developer</a:t>
          </a:r>
        </a:p>
      </dsp:txBody>
      <dsp:txXfrm>
        <a:off x="32008" y="32991"/>
        <a:ext cx="2464022" cy="623552"/>
      </dsp:txXfrm>
    </dsp:sp>
    <dsp:sp modelId="{C4DB2129-8A8D-4D79-8A2A-8907D51E8635}">
      <dsp:nvSpPr>
        <dsp:cNvPr id="0" name=""/>
        <dsp:cNvSpPr/>
      </dsp:nvSpPr>
      <dsp:spPr>
        <a:xfrm>
          <a:off x="0" y="656544"/>
          <a:ext cx="9723225" cy="13113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195" tIns="36195" rIns="36195" bIns="3619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Next JS</a:t>
          </a:r>
          <a:endParaRPr lang="en-IN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React JS </a:t>
          </a:r>
          <a:endParaRPr lang="en-IN" sz="1500" kern="1200" dirty="0"/>
        </a:p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500" kern="1200" dirty="0"/>
            <a:t>Tailwind</a:t>
          </a:r>
          <a:endParaRPr lang="en-IN" sz="1500" kern="1200" dirty="0"/>
        </a:p>
      </dsp:txBody>
      <dsp:txXfrm>
        <a:off x="0" y="656544"/>
        <a:ext cx="9723225" cy="1311318"/>
      </dsp:txXfrm>
    </dsp:sp>
    <dsp:sp modelId="{FFDA1F0A-E426-4269-96F7-308BF4EF3B3A}">
      <dsp:nvSpPr>
        <dsp:cNvPr id="0" name=""/>
        <dsp:cNvSpPr/>
      </dsp:nvSpPr>
      <dsp:spPr>
        <a:xfrm>
          <a:off x="2528038" y="2000641"/>
          <a:ext cx="7195186" cy="655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195" tIns="36195" rIns="36195" bIns="36195" numCol="1" spcCol="1270" anchor="b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Integrated Sanity CMS</a:t>
          </a:r>
        </a:p>
      </dsp:txBody>
      <dsp:txXfrm>
        <a:off x="2528038" y="2000641"/>
        <a:ext cx="7195186" cy="655560"/>
      </dsp:txXfrm>
    </dsp:sp>
    <dsp:sp modelId="{6980EDAF-3DBB-4B1A-8133-086EF77B202C}">
      <dsp:nvSpPr>
        <dsp:cNvPr id="0" name=""/>
        <dsp:cNvSpPr/>
      </dsp:nvSpPr>
      <dsp:spPr>
        <a:xfrm>
          <a:off x="0" y="2000641"/>
          <a:ext cx="2528038" cy="655560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CMS Integrator</a:t>
          </a:r>
        </a:p>
      </dsp:txBody>
      <dsp:txXfrm>
        <a:off x="32008" y="2032649"/>
        <a:ext cx="2464022" cy="623552"/>
      </dsp:txXfrm>
    </dsp:sp>
    <dsp:sp modelId="{409B2484-ECFD-468E-8B60-A81D1E78CDBE}">
      <dsp:nvSpPr>
        <dsp:cNvPr id="0" name=""/>
        <dsp:cNvSpPr/>
      </dsp:nvSpPr>
      <dsp:spPr>
        <a:xfrm>
          <a:off x="0" y="2656201"/>
          <a:ext cx="9723225" cy="13113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195" tIns="36195" rIns="36195" bIns="36195" numCol="1" spcCol="1270" anchor="t" anchorCtr="0">
          <a:noAutofit/>
        </a:bodyPr>
        <a:lstStyle/>
        <a:p>
          <a:pPr marL="114300" lvl="1" indent="-114300" algn="l" defTabSz="6667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IN" sz="1500" kern="1200" dirty="0"/>
            <a:t>Sanity CMS</a:t>
          </a:r>
        </a:p>
      </dsp:txBody>
      <dsp:txXfrm>
        <a:off x="0" y="2656201"/>
        <a:ext cx="9723225" cy="1311318"/>
      </dsp:txXfrm>
    </dsp:sp>
    <dsp:sp modelId="{4B7DA83A-490D-42C5-A728-10435189794A}">
      <dsp:nvSpPr>
        <dsp:cNvPr id="0" name=""/>
        <dsp:cNvSpPr/>
      </dsp:nvSpPr>
      <dsp:spPr>
        <a:xfrm>
          <a:off x="2528038" y="4000298"/>
          <a:ext cx="7195186" cy="6555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6195" tIns="36195" rIns="36195" bIns="36195" numCol="1" spcCol="1270" anchor="b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Fixed bugs &amp; </a:t>
          </a:r>
          <a:r>
            <a:rPr lang="en-IN" sz="1900" kern="1200"/>
            <a:t>optimized performance</a:t>
          </a:r>
          <a:endParaRPr lang="en-IN" sz="1900" kern="1200" dirty="0"/>
        </a:p>
      </dsp:txBody>
      <dsp:txXfrm>
        <a:off x="2528038" y="4000298"/>
        <a:ext cx="7195186" cy="655560"/>
      </dsp:txXfrm>
    </dsp:sp>
    <dsp:sp modelId="{60775959-C3A5-46A2-85F2-BFFB4847C359}">
      <dsp:nvSpPr>
        <dsp:cNvPr id="0" name=""/>
        <dsp:cNvSpPr/>
      </dsp:nvSpPr>
      <dsp:spPr>
        <a:xfrm>
          <a:off x="0" y="4000298"/>
          <a:ext cx="2528038" cy="655560"/>
        </a:xfrm>
        <a:prstGeom prst="round2SameRect">
          <a:avLst>
            <a:gd name="adj1" fmla="val 1667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6195" tIns="36195" rIns="36195" bIns="3619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Debugging &amp; QA</a:t>
          </a:r>
        </a:p>
      </dsp:txBody>
      <dsp:txXfrm>
        <a:off x="32008" y="4032306"/>
        <a:ext cx="2464022" cy="623552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0EAC36-3AC5-404C-9989-E49A3B2F5751}">
      <dsp:nvSpPr>
        <dsp:cNvPr id="0" name=""/>
        <dsp:cNvSpPr/>
      </dsp:nvSpPr>
      <dsp:spPr>
        <a:xfrm>
          <a:off x="88985" y="1075899"/>
          <a:ext cx="5090760" cy="598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F8383B-71F2-4F10-AAC3-8FE514C617FF}">
      <dsp:nvSpPr>
        <dsp:cNvPr id="0" name=""/>
        <dsp:cNvSpPr/>
      </dsp:nvSpPr>
      <dsp:spPr>
        <a:xfrm>
          <a:off x="88985" y="1300826"/>
          <a:ext cx="373985" cy="37398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4A6F30-DE5D-45DA-A0D4-10CBAD3A20D8}">
      <dsp:nvSpPr>
        <dsp:cNvPr id="0" name=""/>
        <dsp:cNvSpPr/>
      </dsp:nvSpPr>
      <dsp:spPr>
        <a:xfrm>
          <a:off x="88985" y="0"/>
          <a:ext cx="5090760" cy="1075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81280" rIns="121920" bIns="8128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6400" kern="1200" dirty="0"/>
            <a:t>Challenges</a:t>
          </a:r>
        </a:p>
      </dsp:txBody>
      <dsp:txXfrm>
        <a:off x="88985" y="0"/>
        <a:ext cx="5090760" cy="1075899"/>
      </dsp:txXfrm>
    </dsp:sp>
    <dsp:sp modelId="{F387409A-99D8-404D-9768-703325E96458}">
      <dsp:nvSpPr>
        <dsp:cNvPr id="0" name=""/>
        <dsp:cNvSpPr/>
      </dsp:nvSpPr>
      <dsp:spPr>
        <a:xfrm>
          <a:off x="88985" y="217257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9200785-11A9-4BDB-956D-A645CB48BD15}">
      <dsp:nvSpPr>
        <dsp:cNvPr id="0" name=""/>
        <dsp:cNvSpPr/>
      </dsp:nvSpPr>
      <dsp:spPr>
        <a:xfrm>
          <a:off x="445338" y="192369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Managing multiple projects</a:t>
          </a:r>
        </a:p>
      </dsp:txBody>
      <dsp:txXfrm>
        <a:off x="445338" y="1923694"/>
        <a:ext cx="4734407" cy="871739"/>
      </dsp:txXfrm>
    </dsp:sp>
    <dsp:sp modelId="{B1BE9BA1-3413-49E0-A442-06E23A5B83BF}">
      <dsp:nvSpPr>
        <dsp:cNvPr id="0" name=""/>
        <dsp:cNvSpPr/>
      </dsp:nvSpPr>
      <dsp:spPr>
        <a:xfrm>
          <a:off x="88985" y="304431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7989C46-FF9C-49C6-93CD-36B18D05C2AF}">
      <dsp:nvSpPr>
        <dsp:cNvPr id="0" name=""/>
        <dsp:cNvSpPr/>
      </dsp:nvSpPr>
      <dsp:spPr>
        <a:xfrm>
          <a:off x="445338" y="279543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UI consistency issues</a:t>
          </a:r>
        </a:p>
      </dsp:txBody>
      <dsp:txXfrm>
        <a:off x="445338" y="2795434"/>
        <a:ext cx="4734407" cy="871739"/>
      </dsp:txXfrm>
    </dsp:sp>
    <dsp:sp modelId="{9660A99A-9A63-4057-A56E-3FE352440D23}">
      <dsp:nvSpPr>
        <dsp:cNvPr id="0" name=""/>
        <dsp:cNvSpPr/>
      </dsp:nvSpPr>
      <dsp:spPr>
        <a:xfrm>
          <a:off x="88985" y="391605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04EBF1-6550-4A27-9620-A7B1B2A49EA2}">
      <dsp:nvSpPr>
        <dsp:cNvPr id="0" name=""/>
        <dsp:cNvSpPr/>
      </dsp:nvSpPr>
      <dsp:spPr>
        <a:xfrm>
          <a:off x="445338" y="366717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CMS integration complexity</a:t>
          </a:r>
        </a:p>
      </dsp:txBody>
      <dsp:txXfrm>
        <a:off x="445338" y="3667174"/>
        <a:ext cx="4734407" cy="871739"/>
      </dsp:txXfrm>
    </dsp:sp>
    <dsp:sp modelId="{BBA7A77A-9893-4B21-8E88-A5823B9ECAAB}">
      <dsp:nvSpPr>
        <dsp:cNvPr id="0" name=""/>
        <dsp:cNvSpPr/>
      </dsp:nvSpPr>
      <dsp:spPr>
        <a:xfrm>
          <a:off x="88985" y="4787795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FD410D-026C-4764-904F-02B87F066C19}">
      <dsp:nvSpPr>
        <dsp:cNvPr id="0" name=""/>
        <dsp:cNvSpPr/>
      </dsp:nvSpPr>
      <dsp:spPr>
        <a:xfrm>
          <a:off x="445338" y="453891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Debugging production bugs</a:t>
          </a:r>
          <a:endParaRPr lang="en-IN" sz="2100" kern="1200" dirty="0"/>
        </a:p>
      </dsp:txBody>
      <dsp:txXfrm>
        <a:off x="445338" y="4538914"/>
        <a:ext cx="4734407" cy="871739"/>
      </dsp:txXfrm>
    </dsp:sp>
    <dsp:sp modelId="{EAA15EF4-CDB5-4069-A7F1-AF147CFCCB09}">
      <dsp:nvSpPr>
        <dsp:cNvPr id="0" name=""/>
        <dsp:cNvSpPr/>
      </dsp:nvSpPr>
      <dsp:spPr>
        <a:xfrm>
          <a:off x="5434283" y="1075899"/>
          <a:ext cx="5090760" cy="598912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52F1FD6-B239-4E73-BBC2-2CCCC321BD59}">
      <dsp:nvSpPr>
        <dsp:cNvPr id="0" name=""/>
        <dsp:cNvSpPr/>
      </dsp:nvSpPr>
      <dsp:spPr>
        <a:xfrm>
          <a:off x="5434283" y="1300826"/>
          <a:ext cx="373985" cy="37398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940D72-52B5-4928-B173-33A9459AE753}">
      <dsp:nvSpPr>
        <dsp:cNvPr id="0" name=""/>
        <dsp:cNvSpPr/>
      </dsp:nvSpPr>
      <dsp:spPr>
        <a:xfrm>
          <a:off x="5434283" y="0"/>
          <a:ext cx="5090760" cy="107589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1920" tIns="81280" rIns="121920" bIns="81280" numCol="1" spcCol="1270" anchor="ctr" anchorCtr="0">
          <a:noAutofit/>
        </a:bodyPr>
        <a:lstStyle/>
        <a:p>
          <a:pPr marL="0" lvl="0" indent="0" algn="l" defTabSz="2844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6400" kern="1200" dirty="0"/>
            <a:t>Solutions</a:t>
          </a:r>
        </a:p>
      </dsp:txBody>
      <dsp:txXfrm>
        <a:off x="5434283" y="0"/>
        <a:ext cx="5090760" cy="1075899"/>
      </dsp:txXfrm>
    </dsp:sp>
    <dsp:sp modelId="{9F8F8673-FFB6-43BD-B909-9236BD25280D}">
      <dsp:nvSpPr>
        <dsp:cNvPr id="0" name=""/>
        <dsp:cNvSpPr/>
      </dsp:nvSpPr>
      <dsp:spPr>
        <a:xfrm>
          <a:off x="5434283" y="217257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5EB476F-A9D6-498A-A174-DD7564865ABB}">
      <dsp:nvSpPr>
        <dsp:cNvPr id="0" name=""/>
        <dsp:cNvSpPr/>
      </dsp:nvSpPr>
      <dsp:spPr>
        <a:xfrm>
          <a:off x="5790636" y="192369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Task prioritization</a:t>
          </a:r>
        </a:p>
      </dsp:txBody>
      <dsp:txXfrm>
        <a:off x="5790636" y="1923694"/>
        <a:ext cx="4734407" cy="871739"/>
      </dsp:txXfrm>
    </dsp:sp>
    <dsp:sp modelId="{0C05B77A-1F70-4C84-8DA4-0F02FC6318E4}">
      <dsp:nvSpPr>
        <dsp:cNvPr id="0" name=""/>
        <dsp:cNvSpPr/>
      </dsp:nvSpPr>
      <dsp:spPr>
        <a:xfrm>
          <a:off x="5434283" y="304431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1FB5A8-8BEA-4D8C-9EB7-8C9EBB81B1ED}">
      <dsp:nvSpPr>
        <dsp:cNvPr id="0" name=""/>
        <dsp:cNvSpPr/>
      </dsp:nvSpPr>
      <dsp:spPr>
        <a:xfrm>
          <a:off x="5790636" y="279543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Component-based design</a:t>
          </a:r>
        </a:p>
      </dsp:txBody>
      <dsp:txXfrm>
        <a:off x="5790636" y="2795434"/>
        <a:ext cx="4734407" cy="871739"/>
      </dsp:txXfrm>
    </dsp:sp>
    <dsp:sp modelId="{C032B030-6210-4BE4-87CF-E7C484035518}">
      <dsp:nvSpPr>
        <dsp:cNvPr id="0" name=""/>
        <dsp:cNvSpPr/>
      </dsp:nvSpPr>
      <dsp:spPr>
        <a:xfrm>
          <a:off x="5434283" y="3916056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120B8A-5CD7-4C88-8563-544BAA6FA200}">
      <dsp:nvSpPr>
        <dsp:cNvPr id="0" name=""/>
        <dsp:cNvSpPr/>
      </dsp:nvSpPr>
      <dsp:spPr>
        <a:xfrm>
          <a:off x="5790636" y="366717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/>
            <a:t>CMS &amp; dynamic systems</a:t>
          </a:r>
          <a:endParaRPr lang="en-IN" sz="2100" kern="1200" dirty="0"/>
        </a:p>
      </dsp:txBody>
      <dsp:txXfrm>
        <a:off x="5790636" y="3667174"/>
        <a:ext cx="4734407" cy="871739"/>
      </dsp:txXfrm>
    </dsp:sp>
    <dsp:sp modelId="{D57E5058-72AF-4384-ABE0-089F198BEE59}">
      <dsp:nvSpPr>
        <dsp:cNvPr id="0" name=""/>
        <dsp:cNvSpPr/>
      </dsp:nvSpPr>
      <dsp:spPr>
        <a:xfrm>
          <a:off x="5434283" y="4787795"/>
          <a:ext cx="373976" cy="373976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EA4C3A1-09D0-4CC8-883A-645F607583EE}">
      <dsp:nvSpPr>
        <dsp:cNvPr id="0" name=""/>
        <dsp:cNvSpPr/>
      </dsp:nvSpPr>
      <dsp:spPr>
        <a:xfrm>
          <a:off x="5790636" y="4538914"/>
          <a:ext cx="4734407" cy="8717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9352" tIns="149352" rIns="149352" bIns="149352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kern="1200" dirty="0"/>
            <a:t>Structured debugging approach</a:t>
          </a:r>
        </a:p>
      </dsp:txBody>
      <dsp:txXfrm>
        <a:off x="5790636" y="4538914"/>
        <a:ext cx="4734407" cy="87173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53BE56-CF79-43F8-8F30-07693231E4B3}">
      <dsp:nvSpPr>
        <dsp:cNvPr id="0" name=""/>
        <dsp:cNvSpPr/>
      </dsp:nvSpPr>
      <dsp:spPr>
        <a:xfrm>
          <a:off x="992" y="194138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 dirty="0"/>
            <a:t>Successfully worked on real-world projects</a:t>
          </a:r>
          <a:endParaRPr lang="en-IN" sz="3600" kern="1200" dirty="0"/>
        </a:p>
      </dsp:txBody>
      <dsp:txXfrm>
        <a:off x="992" y="194138"/>
        <a:ext cx="3869531" cy="2321718"/>
      </dsp:txXfrm>
    </dsp:sp>
    <dsp:sp modelId="{98467D52-3E0B-4146-919E-BD74BC6A250C}">
      <dsp:nvSpPr>
        <dsp:cNvPr id="0" name=""/>
        <dsp:cNvSpPr/>
      </dsp:nvSpPr>
      <dsp:spPr>
        <a:xfrm>
          <a:off x="4257476" y="194138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600" kern="1200"/>
            <a:t>Improved technical and professional skills</a:t>
          </a:r>
          <a:endParaRPr lang="en-IN" sz="3600" kern="1200" dirty="0"/>
        </a:p>
      </dsp:txBody>
      <dsp:txXfrm>
        <a:off x="4257476" y="194138"/>
        <a:ext cx="3869531" cy="2321718"/>
      </dsp:txXfrm>
    </dsp:sp>
    <dsp:sp modelId="{A145FF17-60B3-4797-8588-48F915BCC01D}">
      <dsp:nvSpPr>
        <dsp:cNvPr id="0" name=""/>
        <dsp:cNvSpPr/>
      </dsp:nvSpPr>
      <dsp:spPr>
        <a:xfrm>
          <a:off x="992" y="2902810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Contributed to live applications</a:t>
          </a:r>
        </a:p>
      </dsp:txBody>
      <dsp:txXfrm>
        <a:off x="992" y="2902810"/>
        <a:ext cx="3869531" cy="2321718"/>
      </dsp:txXfrm>
    </dsp:sp>
    <dsp:sp modelId="{3EBF00C5-B6FA-4C24-B48C-C4A87DD70657}">
      <dsp:nvSpPr>
        <dsp:cNvPr id="0" name=""/>
        <dsp:cNvSpPr/>
      </dsp:nvSpPr>
      <dsp:spPr>
        <a:xfrm>
          <a:off x="4257476" y="2902810"/>
          <a:ext cx="3869531" cy="2321718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7160" tIns="137160" rIns="137160" bIns="1371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3600" kern="1200" dirty="0"/>
            <a:t>Gained </a:t>
          </a:r>
          <a:r>
            <a:rPr lang="en-IN" sz="3600" kern="1200"/>
            <a:t>industry-level experience</a:t>
          </a:r>
          <a:endParaRPr lang="en-IN" sz="3600" kern="1200" dirty="0"/>
        </a:p>
      </dsp:txBody>
      <dsp:txXfrm>
        <a:off x="4257476" y="2902810"/>
        <a:ext cx="3869531" cy="23217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diagrams.loki3.com/BracketList">
  <dgm:title val="Vertical Bracket List"/>
  <dgm:desc val="Use to show grouped blocks of information.  Works well with large amounts of Level 2 text."/>
  <dgm:catLst>
    <dgm:cat type="list" pri="4110"/>
    <dgm:cat type="officeonline" pri="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3" srcId="0" destId="1" srcOrd="0" destOrd="0"/>
        <dgm:cxn modelId="4" srcId="1" destId="11" srcOrd="0" destOrd="0"/>
        <dgm:cxn modelId="5" srcId="0" destId="2" srcOrd="0" destOrd="0"/>
        <dgm:cxn modelId="6" srcId="2" destId="21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V" refType="primFontSz" refFor="des" refForName="parTx" fact="0.1"/>
      <dgm:constr type="primFontSz" for="des" forName="parTx" val="65"/>
      <dgm:constr type="primFontSz" for="des" forName="desTx" refType="primFontSz" refFor="des" refForName="parTx"/>
      <dgm:constr type="h" for="des" forName="parTx" refType="primFontSz" refFor="des" refForName="parTx" fact="0.55"/>
      <dgm:constr type="h" for="des" forName="bracket" refType="primFontSz" refFor="des" refForName="parTx" fact="0.55"/>
      <dgm:constr type="h" for="des" forName="desTx" refType="primFontSz" refFor="des" refForName="parTx" fact="0.55"/>
    </dgm:constrLst>
    <dgm:ruleLst>
      <dgm:rule type="primFontSz" for="des" forName="parTx" val="5" fact="NaN" max="NaN"/>
    </dgm:ruleLst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Tx" refType="w" fact="0.25"/>
          <dgm:constr type="w" for="ch" forName="bracket" refType="w" fact="0.05"/>
          <dgm:constr type="w" for="ch" forName="spH" refType="w" fact="0.02"/>
          <dgm:constr type="w" for="ch" forName="desTx" refType="w" fact="0.68"/>
          <dgm:constr type="h" for="ch" forName="bracket" refType="h" refFor="ch" refForName="desTx" op="gte"/>
          <dgm:constr type="h" for="ch" forName="bracket" refType="h" refFor="ch" refForName="parTx" op="gte"/>
          <dgm:constr type="h" for="ch" forName="desTx" refType="h" refFor="ch" refForName="parTx" op="gte"/>
        </dgm:constrLst>
        <dgm:ruleLst/>
        <dgm:layoutNode name="parTx" styleLbl="revTx">
          <dgm:varLst>
            <dgm:chMax val="1"/>
            <dgm:bulletEnabled val="1"/>
          </dgm:varLst>
          <dgm:choose name="Name8">
            <dgm:if name="Name9" func="var" arg="dir" op="equ" val="norm">
              <dgm:alg type="tx">
                <dgm:param type="parTxLTRAlign" val="r"/>
              </dgm:alg>
            </dgm:if>
            <dgm:else name="Name10">
              <dgm:alg type="tx">
                <dgm:param type="parTxLTRAlign" val="l"/>
              </dgm:alg>
            </dgm:else>
          </dgm:choose>
          <dgm:shape xmlns:r="http://schemas.openxmlformats.org/officeDocument/2006/relationships" type="rect" r:blip="">
            <dgm:adjLst/>
          </dgm:shape>
          <dgm:presOf axis="self" ptType="node"/>
          <dgm:constrLst>
            <dgm:constr type="tMarg" refType="primFontSz" fact="0.2"/>
            <dgm:constr type="bMarg" refType="primFontSz" fact="0.2"/>
          </dgm:constrLst>
          <dgm:ruleLst>
            <dgm:rule type="h" val="INF" fact="NaN" max="NaN"/>
          </dgm:ruleLst>
        </dgm:layoutNode>
        <dgm:layoutNode name="bracket" styleLbl="parChTrans1D1">
          <dgm:alg type="sp"/>
          <dgm:choose name="Name11">
            <dgm:if name="Name12" func="var" arg="dir" op="equ" val="norm">
              <dgm:shape xmlns:r="http://schemas.openxmlformats.org/officeDocument/2006/relationships" type="leftBrace" r:blip="">
                <dgm:adjLst>
                  <dgm:adj idx="1" val="0.35"/>
                </dgm:adjLst>
              </dgm:shape>
            </dgm:if>
            <dgm:else name="Name13">
              <dgm:shape xmlns:r="http://schemas.openxmlformats.org/officeDocument/2006/relationships" rot="180" type="leftBrace" r:blip="">
                <dgm:adjLst>
                  <dgm:adj idx="1" val="0.35"/>
                </dgm:adjLst>
              </dgm:shape>
            </dgm:else>
          </dgm:choose>
          <dgm:presOf/>
        </dgm:layoutNode>
        <dgm:layoutNode name="spH">
          <dgm:alg type="sp"/>
        </dgm:layoutNode>
        <dgm:choose name="Name14">
          <dgm:if name="Name15" axis="ch" ptType="node" func="cnt" op="gte" val="1">
            <dgm:layoutNode name="desTx" styleLbl="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secFontSz" refType="primFontSz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h" val="INF" fact="NaN" max="NaN"/>
              </dgm:ruleLst>
            </dgm:layoutNode>
          </dgm:if>
          <dgm:else name="Name16"/>
        </dgm:choose>
      </dgm:layoutNode>
      <dgm:forEach name="Name17" axis="followSib" ptType="sibTrans" cnt="1">
        <dgm:layoutNode name="spV">
          <dgm:alg type="sp"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List6">
  <dgm:title val=""/>
  <dgm:desc val=""/>
  <dgm:catLst>
    <dgm:cat type="list" pri="18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ptType="node" refType="h"/>
      <dgm:constr type="w" for="ch" ptType="node" refType="w"/>
      <dgm:constr type="primFontSz" for="ch" ptType="node" op="equ"/>
      <dgm:constr type="w" for="ch" forName="sibTrans" refType="w" fact="0.075"/>
    </dgm:constrLst>
    <dgm:ruleLst/>
    <dgm:forEach name="nodesForEach" axis="ch" ptType="node">
      <dgm:layoutNode name="node">
        <dgm:varLst>
          <dgm:bulletEnabled val="1"/>
        </dgm:varLst>
        <dgm:alg type="tx"/>
        <dgm:choose name="Name4">
          <dgm:if name="Name5" func="var" arg="dir" op="equ" val="norm">
            <dgm:shape xmlns:r="http://schemas.openxmlformats.org/officeDocument/2006/relationships" rot="-90" type="flowChartManualOperation" r:blip="">
              <dgm:adjLst/>
            </dgm:shape>
          </dgm:if>
          <dgm:else name="Name6">
            <dgm:shape xmlns:r="http://schemas.openxmlformats.org/officeDocument/2006/relationships" rot="90" type="flowChartManualOperation" r:blip="">
              <dgm:adjLst/>
            </dgm:shape>
          </dgm:else>
        </dgm:choose>
        <dgm:presOf axis="desOrSelf" ptType="node"/>
        <dgm:constrLst>
          <dgm:constr type="primFontSz" val="65"/>
          <dgm:constr type="tMarg"/>
          <dgm:constr type="bMarg"/>
          <dgm:constr type="lMarg" refType="primFontSz" fact="0.5"/>
          <dgm:constr type="rMarg" refType="lMarg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1/layout/TabList">
  <dgm:title val="Tab List"/>
  <dgm:desc val="Use to show non-sequential or grouped blocks of information. Works well for lists with a small amount of Level 1 text. The first Level 2 displays next to the Level 1 text  and the remaining Level 2 text appears beneath the Level 1 text."/>
  <dgm:catLst>
    <dgm:cat type="list" pri="4500"/>
    <dgm:cat type="officeonline" pri="11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30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0" srcId="0" destId="10" srcOrd="0" destOrd="0"/>
        <dgm:cxn modelId="41" srcId="10" destId="11" srcOrd="0" destOrd="0"/>
        <dgm:cxn modelId="42" srcId="10" destId="12" srcOrd="0" destOrd="0"/>
        <dgm:cxn modelId="50" srcId="0" destId="20" srcOrd="1" destOrd="0"/>
        <dgm:cxn modelId="51" srcId="20" destId="21" srcOrd="1" destOrd="0"/>
        <dgm:cxn modelId="52" srcId="20" destId="22" srcOrd="1" destOrd="0"/>
        <dgm:cxn modelId="60" srcId="0" destId="30" srcOrd="2" destOrd="0"/>
        <dgm:cxn modelId="61" srcId="30" destId="31" srcOrd="2" destOrd="0"/>
        <dgm:cxn modelId="62" srcId="30" destId="32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/>
      <dgm:chPref val="3"/>
      <dgm:dir/>
      <dgm:animOne val="branch"/>
      <dgm:animLvl val="lvl"/>
    </dgm:varLst>
    <dgm:alg type="lin">
      <dgm:param type="linDir" val="fromT"/>
    </dgm:alg>
    <dgm:shape xmlns:r="http://schemas.openxmlformats.org/officeDocument/2006/relationships" r:blip="">
      <dgm:adjLst/>
    </dgm:shape>
    <dgm:constrLst>
      <dgm:constr type="w" for="ch" forName="Child" refType="w"/>
      <dgm:constr type="h" for="ch" forName="Child" refType="h" fact="0.6667"/>
      <dgm:constr type="primFontSz" for="des" forName="Parent" op="equ" val="65"/>
      <dgm:constr type="primFontSz" for="des" forName="Child" op="equ" val="65"/>
      <dgm:constr type="primFontSz" for="des" forName="FirstChild" op="equ" val="65"/>
      <dgm:constr type="primFontSz" for="des" forName="Child" refType="primFontSz" refFor="des" refForName="Parent" op="lte"/>
      <dgm:constr type="primFontSz" for="des" forName="FirstChild" refType="primFontSz" refFor="des" refForName="Parent" op="lte"/>
      <dgm:constr type="primFontSz" for="des" forName="Child" refType="primFontSz" refFor="des" refForName="FirstChild" op="lte"/>
      <dgm:constr type="w" for="ch" forName="composite" refType="w"/>
      <dgm:constr type="h" for="ch" forName="composite" refType="h" fact="0.3333"/>
      <dgm:constr type="sp" refType="h" refFor="ch" refForName="composite" op="equ" fact="0.05"/>
      <dgm:constr type="h" for="ch" forName="sibTrans" refType="h" refFor="ch" refForName="composite" op="equ" fact="0.05"/>
      <dgm:constr type="w" for="ch" forName="sibTrans" refType="h" refFor="ch" refForName="sibTrans" op="equ"/>
    </dgm:constrLst>
    <dgm:forEach name="nodesForEach" axis="ch" ptType="node">
      <dgm:layoutNode name="composite">
        <dgm:alg type="composite"/>
        <dgm:shape xmlns:r="http://schemas.openxmlformats.org/officeDocument/2006/relationships" r:blip="">
          <dgm:adjLst/>
        </dgm:shape>
        <dgm:choose name="Name1">
          <dgm:if name="Name2" func="var" arg="dir" op="equ" val="norm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l" for="ch" forName="FirstChild" refType="w" fact="0.26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l" for="ch" forName="Parent" refType="w" fact="0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if>
          <dgm:else name="Name3">
            <dgm:constrLst>
              <dgm:constr type="l" for="ch" forName="Accent" refType="w" fact="0"/>
              <dgm:constr type="b" for="ch" forName="Accent" refType="h"/>
              <dgm:constr type="w" for="ch" forName="Accent" refType="w"/>
              <dgm:constr type="h" for="ch" forName="Accent" refType="h" fact="0"/>
              <dgm:constr type="r" for="ch" forName="FirstChild" refType="w" fact="0.74"/>
              <dgm:constr type="t" for="ch" forName="FirstChild" refType="h" fact="0"/>
              <dgm:constr type="w" for="ch" forName="FirstChild" refType="w" fact="0.74"/>
              <dgm:constr type="h" for="ch" forName="FirstChild" refType="h"/>
              <dgm:constr type="r" for="ch" forName="Parent" refType="w"/>
              <dgm:constr type="t" for="ch" forName="Parent" refType="h" fact="0"/>
              <dgm:constr type="w" for="ch" forName="Parent" refType="w" fact="0.26"/>
              <dgm:constr type="h" for="ch" forName="Parent" refType="h"/>
            </dgm:constrLst>
          </dgm:else>
        </dgm:choose>
        <dgm:layoutNode name="FirstChild" styleLbl="revTx">
          <dgm:varLst>
            <dgm:chMax val="0"/>
            <dgm:chPref val="0"/>
            <dgm:bulletEnabled val="1"/>
          </dgm:varLst>
          <dgm:choose name="Name4">
            <dgm:if name="Name5" func="var" arg="dir" op="equ" val="norm">
              <dgm:alg type="tx">
                <dgm:param type="parTxLTRAlign" val="l"/>
                <dgm:param type="txAnchorVert" val="b"/>
                <dgm:param type="txAnchorVertCh" val="b"/>
                <dgm:param type="parTxRTLAlign" val="l"/>
              </dgm:alg>
            </dgm:if>
            <dgm:else name="Name6">
              <dgm:alg type="tx">
                <dgm:param type="parTxLTRAlign" val="r"/>
                <dgm:param type="shpTxLTRAlignCh" val="r"/>
                <dgm:param type="txAnchorVert" val="b"/>
                <dgm:param type="txAnchorVertCh" val="b"/>
                <dgm:param type="parTxRTLAlign" val="r"/>
              </dgm:alg>
            </dgm:else>
          </dgm:choose>
          <dgm:shape xmlns:r="http://schemas.openxmlformats.org/officeDocument/2006/relationships" type="rect" r:blip="">
            <dgm:adjLst/>
          </dgm:shape>
          <dgm:choose name="Name7">
            <dgm:if name="Name8" axis="ch" ptType="node" func="cnt" op="gte" val="1">
              <dgm:presOf axis="ch desOrSelf" ptType="node node" st="1 1" cnt="1 0"/>
            </dgm:if>
            <dgm:else name="Name9">
              <dgm:presOf/>
            </dgm:else>
          </dgm:choose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Parent" styleLbl="alignNode1">
          <dgm:varLst>
            <dgm:chMax val="3"/>
            <dgm:chPref val="3"/>
            <dgm:bulletEnabled val="1"/>
          </dgm:varLst>
          <dgm:alg type="tx">
            <dgm:param type="shpTxLTRAlignCh" val="ctr"/>
            <dgm:param type="txAnchorVertCh" val="mid"/>
          </dgm:alg>
          <dgm:shape xmlns:r="http://schemas.openxmlformats.org/officeDocument/2006/relationships" type="round2SameRect" r:blip="">
            <dgm:adjLst>
              <dgm:adj idx="1" val="0.1667"/>
              <dgm:adj idx="2" val="0"/>
            </dgm:adjLst>
          </dgm:shape>
          <dgm:presOf axis="self" ptType="node"/>
          <dgm:constrLst>
            <dgm:constr type="lMarg" refType="primFontSz" fact="0.15"/>
            <dgm:constr type="rMarg" refType="primFontSz" fact="0.15"/>
            <dgm:constr type="tMarg" refType="primFontSz" fact="0.15"/>
            <dgm:constr type="bMarg" refType="primFontSz" fact="0.15"/>
          </dgm:constrLst>
          <dgm:ruleLst>
            <dgm:rule type="primFontSz" val="5" fact="NaN" max="NaN"/>
          </dgm:ruleLst>
        </dgm:layoutNode>
        <dgm:layoutNode name="Accent" styleLbl="parChTrans1D1">
          <dgm:alg type="sp"/>
          <dgm:shape xmlns:r="http://schemas.openxmlformats.org/officeDocument/2006/relationships" type="line" r:blip="" zOrderOff="-99999">
            <dgm:adjLst/>
          </dgm:shape>
          <dgm:presOf/>
        </dgm:layoutNode>
      </dgm:layoutNode>
      <dgm:choose name="Name10">
        <dgm:if name="Name11" axis="ch" ptType="node" st="2" cnt="1" func="cnt" op="gte" val="1">
          <dgm:layoutNode name="Child" styleLbl="revTx">
            <dgm:varLst>
              <dgm:chMax val="0"/>
              <dgm:chPref val="0"/>
              <dgm:bulletEnabled val="1"/>
            </dgm:varLst>
            <dgm:choose name="Name12">
              <dgm:if name="Name13" func="var" arg="dir" op="equ" val="norm">
                <dgm:alg type="tx">
                  <dgm:param type="stBulletLvl" val="1"/>
                  <dgm:param type="parTxLTRAlign" val="l"/>
                  <dgm:param type="parTxRTLAlign" val="l"/>
                  <dgm:param type="txAnchorVert" val="t"/>
                </dgm:alg>
              </dgm:if>
              <dgm:else name="Name14">
                <dgm:alg type="tx">
                  <dgm:param type="stBulletLvl" val="1"/>
                  <dgm:param type="parTxLTRAlign" val="r"/>
                  <dgm:param type="shpTxLTRAlignCh" val="r"/>
                  <dgm:param type="txAnchorVert" val="t"/>
                  <dgm:param type="parTxRTLAlign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ch desOrSelf" ptType="node node" st="2 1" cnt="0 0"/>
            <dgm:constrLst>
              <dgm:constr type="lMarg" refType="primFontSz" fact="0.15"/>
              <dgm:constr type="rMarg" refType="primFontSz" fact="0.15"/>
              <dgm:constr type="tMarg" refType="primFontSz" fact="0.15"/>
              <dgm:constr type="bMarg" refType="primFontSz" fact="0.15"/>
            </dgm:constrLst>
            <dgm:ruleLst>
              <dgm:rule type="primFontSz" val="5" fact="NaN" max="NaN"/>
            </dgm:ruleLst>
          </dgm:layoutNode>
        </dgm:if>
        <dgm:else name="Name15"/>
      </dgm:choos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5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4797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09021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4447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40040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05727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1932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746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6093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4753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2876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02879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93631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9231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04942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431632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992566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66490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660056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79966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790556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61667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595386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707822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87454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411808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084116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669928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959922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958312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1836839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accent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2174216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solidFill>
                  <a:schemeClr val="tx1"/>
                </a:soli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336035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426551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045907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68340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596204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68134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003040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341659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269834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00312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0414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3658872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186817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9302775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96905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609137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80698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4853029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5118716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6667197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258272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IN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0352309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56089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498948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589605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04192188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7392299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3438924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0596416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88125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18" Type="http://schemas.openxmlformats.org/officeDocument/2006/relationships/theme" Target="../theme/theme2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17" Type="http://schemas.openxmlformats.org/officeDocument/2006/relationships/slideLayout" Target="../slideLayouts/slideLayout34.xml"/><Relationship Id="rId2" Type="http://schemas.openxmlformats.org/officeDocument/2006/relationships/slideLayout" Target="../slideLayouts/slideLayout19.xml"/><Relationship Id="rId16" Type="http://schemas.openxmlformats.org/officeDocument/2006/relationships/slideLayout" Target="../slideLayouts/slideLayout33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5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3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3" Type="http://schemas.openxmlformats.org/officeDocument/2006/relationships/slideLayout" Target="../slideLayouts/slideLayout37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theme" Target="../theme/theme3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44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image" Target="../media/image4.png"/><Relationship Id="rId3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7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52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7586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  <p:sldLayoutId id="2147483720" r:id="rId12"/>
    <p:sldLayoutId id="2147483721" r:id="rId13"/>
    <p:sldLayoutId id="2147483722" r:id="rId14"/>
    <p:sldLayoutId id="2147483723" r:id="rId15"/>
    <p:sldLayoutId id="2147483724" r:id="rId16"/>
    <p:sldLayoutId id="214748372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297973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solidFill>
            <a:schemeClr val="accent1"/>
          </a:soli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20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8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6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4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00000"/>
        <a:buFont typeface="Arial"/>
        <a:buChar char="•"/>
        <a:defRPr sz="1200" kern="1200" cap="small">
          <a:solidFill>
            <a:schemeClr val="tx1"/>
          </a:soli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502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  <p:sldLayoutId id="2147483830" r:id="rId14"/>
    <p:sldLayoutId id="2147483831" r:id="rId15"/>
    <p:sldLayoutId id="2147483832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6F9B1175-2E81-484D-B046-BD91174B45FC}" type="datetimeFigureOut">
              <a:rPr lang="en-IN" smtClean="0"/>
              <a:t>01-05-2026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29119DC3-176F-40C7-A5CF-D52B153326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69137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5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10" Type="http://schemas.openxmlformats.org/officeDocument/2006/relationships/image" Target="../media/image10.png"/><Relationship Id="rId4" Type="http://schemas.openxmlformats.org/officeDocument/2006/relationships/diagramQuickStyle" Target="../diagrams/quickStyle3.xml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40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0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41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DA4D9-D83C-E8D3-7194-E214D1FB35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7643" y="1564850"/>
            <a:ext cx="5762920" cy="1791092"/>
          </a:xfrm>
        </p:spPr>
        <p:txBody>
          <a:bodyPr>
            <a:normAutofit fontScale="90000"/>
          </a:bodyPr>
          <a:lstStyle/>
          <a:p>
            <a:r>
              <a:rPr lang="en-US" dirty="0"/>
              <a:t>CSE447 Industry Co-op Project-I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ADC09E-0216-BB66-0CF2-A8D57762C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17780" y="3870568"/>
            <a:ext cx="8637072" cy="2624499"/>
          </a:xfrm>
        </p:spPr>
        <p:txBody>
          <a:bodyPr>
            <a:normAutofit/>
          </a:bodyPr>
          <a:lstStyle/>
          <a:p>
            <a:r>
              <a:rPr lang="en-US" sz="2800" dirty="0"/>
              <a:t>Name: Aditya Kumar</a:t>
            </a:r>
          </a:p>
          <a:p>
            <a:r>
              <a:rPr lang="en-US" sz="2800" dirty="0"/>
              <a:t>Registration Id: 12211687</a:t>
            </a:r>
          </a:p>
          <a:p>
            <a:r>
              <a:rPr lang="en-US" sz="2800" dirty="0"/>
              <a:t>Company Name: </a:t>
            </a:r>
            <a:r>
              <a:rPr lang="en-US" sz="2800" dirty="0" err="1"/>
              <a:t>ThousandX</a:t>
            </a:r>
            <a:r>
              <a:rPr lang="en-US" sz="2800" dirty="0"/>
              <a:t> Ventures LLP</a:t>
            </a:r>
          </a:p>
          <a:p>
            <a:r>
              <a:rPr lang="en-US" sz="2800" dirty="0"/>
              <a:t>Role: Associate Engineering Intern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177001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0DD2D-09CC-6FF9-1A9A-3D05418B90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7873755" cy="757286"/>
          </a:xfrm>
        </p:spPr>
        <p:txBody>
          <a:bodyPr>
            <a:normAutofit fontScale="90000"/>
          </a:bodyPr>
          <a:lstStyle/>
          <a:p>
            <a:r>
              <a:rPr lang="en-US" dirty="0"/>
              <a:t>About 1000x</a:t>
            </a:r>
            <a:endParaRPr lang="en-IN" dirty="0"/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29B5E7D-7F52-F404-D017-1B8319F763F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83913629"/>
              </p:ext>
            </p:extLst>
          </p:nvPr>
        </p:nvGraphicFramePr>
        <p:xfrm>
          <a:off x="273377" y="1640264"/>
          <a:ext cx="11660957" cy="44980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13307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D9B20-EC3F-7632-B1DE-05AEFA448C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8626" y="421064"/>
            <a:ext cx="9905998" cy="1905000"/>
          </a:xfrm>
        </p:spPr>
        <p:txBody>
          <a:bodyPr/>
          <a:lstStyle/>
          <a:p>
            <a:r>
              <a:rPr lang="en-IN" dirty="0"/>
              <a:t>Mission and Vision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0C7622D-828F-4614-ED6A-4548C78AF99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17105523"/>
              </p:ext>
            </p:extLst>
          </p:nvPr>
        </p:nvGraphicFramePr>
        <p:xfrm>
          <a:off x="179109" y="1743959"/>
          <a:ext cx="11538409" cy="43943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912968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545D2-8BF4-7D42-9A28-34CC14B006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9281" y="320511"/>
            <a:ext cx="9001462" cy="870457"/>
          </a:xfrm>
        </p:spPr>
        <p:txBody>
          <a:bodyPr>
            <a:normAutofit fontScale="90000"/>
          </a:bodyPr>
          <a:lstStyle/>
          <a:p>
            <a:r>
              <a:rPr lang="en-US" dirty="0"/>
              <a:t>Objective</a:t>
            </a:r>
            <a:endParaRPr lang="en-IN" dirty="0"/>
          </a:p>
        </p:txBody>
      </p:sp>
      <p:graphicFrame>
        <p:nvGraphicFramePr>
          <p:cNvPr id="7" name="Diagram 6">
            <a:extLst>
              <a:ext uri="{FF2B5EF4-FFF2-40B4-BE49-F238E27FC236}">
                <a16:creationId xmlns:a16="http://schemas.microsoft.com/office/drawing/2014/main" id="{91C7C709-40FD-27B3-527E-8A12834E30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16233404"/>
              </p:ext>
            </p:extLst>
          </p:nvPr>
        </p:nvGraphicFramePr>
        <p:xfrm>
          <a:off x="1371075" y="1275392"/>
          <a:ext cx="10604985" cy="38343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62DE2F1C-1449-9CFF-1E61-6C27F911DCE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144" y="5509967"/>
            <a:ext cx="2022391" cy="107290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838CE4A-1A3C-B8A8-D634-31024ED5A10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9501" y="5509967"/>
            <a:ext cx="2581133" cy="103777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76A3D2D-8797-0779-DB2E-BFEB6AEDC1A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0012" y="5194169"/>
            <a:ext cx="1828800" cy="18288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F5F5C31-8808-A04E-DF66-7CF1A1F4E52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7866" y="5256818"/>
            <a:ext cx="3818194" cy="1703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2277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C456-81B4-D93D-34D4-321B2378E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5798" y="548695"/>
            <a:ext cx="8911687" cy="1280890"/>
          </a:xfrm>
        </p:spPr>
        <p:txBody>
          <a:bodyPr/>
          <a:lstStyle/>
          <a:p>
            <a:r>
              <a:rPr lang="en-US" dirty="0"/>
              <a:t>Role, Activity &amp; Tools</a:t>
            </a:r>
            <a:endParaRPr lang="en-IN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575C5C39-7F71-C271-74BC-8CED38C0324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04888517"/>
              </p:ext>
            </p:extLst>
          </p:nvPr>
        </p:nvGraphicFramePr>
        <p:xfrm>
          <a:off x="2032000" y="1282044"/>
          <a:ext cx="9723225" cy="465684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139948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D7B76C92-CB2B-BF49-0CD8-045B1EF9BAC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7039435"/>
              </p:ext>
            </p:extLst>
          </p:nvPr>
        </p:nvGraphicFramePr>
        <p:xfrm>
          <a:off x="1433425" y="440094"/>
          <a:ext cx="10614029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58695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73AC5ECF-6B83-B234-7830-5C8FE5D032F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71233337"/>
              </p:ext>
            </p:extLst>
          </p:nvPr>
        </p:nvGraphicFramePr>
        <p:xfrm>
          <a:off x="2201683" y="983617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62646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DB32B-FF17-874F-7165-F0F0247A1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04759" y="4217646"/>
            <a:ext cx="10058400" cy="1609344"/>
          </a:xfrm>
        </p:spPr>
        <p:txBody>
          <a:bodyPr>
            <a:normAutofit fontScale="90000"/>
          </a:bodyPr>
          <a:lstStyle/>
          <a:p>
            <a:r>
              <a:rPr lang="en-US" sz="24000" dirty="0"/>
              <a:t>Thankyou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35935077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_rels/them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3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BC1C1C"/>
      </a:accent1>
      <a:accent2>
        <a:srgbClr val="F67534"/>
      </a:accent2>
      <a:accent3>
        <a:srgbClr val="EAAC35"/>
      </a:accent3>
      <a:accent4>
        <a:srgbClr val="9BAF68"/>
      </a:accent4>
      <a:accent5>
        <a:srgbClr val="68B9A6"/>
      </a:accent5>
      <a:accent6>
        <a:srgbClr val="50B1D4"/>
      </a:accent6>
      <a:hlink>
        <a:srgbClr val="E46416"/>
      </a:hlink>
      <a:folHlink>
        <a:srgbClr val="EE9340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93B4CCAC-FD5A-4D59-B1AC-EAF45910B5A9}"/>
    </a:ext>
  </a:extLst>
</a:theme>
</file>

<file path=ppt/theme/theme2.xml><?xml version="1.0" encoding="utf-8"?>
<a:theme xmlns:a="http://schemas.openxmlformats.org/drawingml/2006/main" name="Mesh">
  <a:themeElements>
    <a:clrScheme name="Mesh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5AD0B8"/>
      </a:accent1>
      <a:accent2>
        <a:srgbClr val="47BB7E"/>
      </a:accent2>
      <a:accent3>
        <a:srgbClr val="96CD4B"/>
      </a:accent3>
      <a:accent4>
        <a:srgbClr val="61C7DD"/>
      </a:accent4>
      <a:accent5>
        <a:srgbClr val="2495CF"/>
      </a:accent5>
      <a:accent6>
        <a:srgbClr val="5A74D1"/>
      </a:accent6>
      <a:hlink>
        <a:srgbClr val="72CEBB"/>
      </a:hlink>
      <a:folHlink>
        <a:srgbClr val="98E6D6"/>
      </a:folHlink>
    </a:clrScheme>
    <a:fontScheme name="Mesh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Mesh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0F262FD6-3409-4039-A531-64BD4D2F99E4}"/>
    </a:ext>
  </a:extLst>
</a:theme>
</file>

<file path=ppt/theme/theme3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4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32BA63D-F471-4818-B4D2-11F8E39FA475}">
  <we:reference id="wa200005566" version="3.0.0.2" store="en-US" storeType="OMEX"/>
  <we:alternateReferences>
    <we:reference id="WA200005566" version="3.0.0.2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Parallax</Template>
  <TotalTime>130</TotalTime>
  <Words>182</Words>
  <Application>Microsoft Office PowerPoint</Application>
  <PresentationFormat>Widescreen</PresentationFormat>
  <Paragraphs>55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Arial</vt:lpstr>
      <vt:lpstr>Century Gothic</vt:lpstr>
      <vt:lpstr>Corbel</vt:lpstr>
      <vt:lpstr>Rockwell</vt:lpstr>
      <vt:lpstr>Rockwell Condensed</vt:lpstr>
      <vt:lpstr>Wingdings</vt:lpstr>
      <vt:lpstr>Wingdings 3</vt:lpstr>
      <vt:lpstr>Parallax</vt:lpstr>
      <vt:lpstr>Mesh</vt:lpstr>
      <vt:lpstr>Wisp</vt:lpstr>
      <vt:lpstr>Wood Type</vt:lpstr>
      <vt:lpstr>CSE447 Industry Co-op Project-I</vt:lpstr>
      <vt:lpstr>About 1000x</vt:lpstr>
      <vt:lpstr>Mission and Vision</vt:lpstr>
      <vt:lpstr>Objective</vt:lpstr>
      <vt:lpstr>Role, Activity &amp; Tools</vt:lpstr>
      <vt:lpstr>PowerPoint Presentation</vt:lpstr>
      <vt:lpstr>PowerPoint Presentation</vt:lpstr>
      <vt:lpstr>Thankyou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Aditya Kumar</dc:creator>
  <cp:lastModifiedBy>Aditya Kumar</cp:lastModifiedBy>
  <cp:revision>3</cp:revision>
  <dcterms:created xsi:type="dcterms:W3CDTF">2026-04-28T13:51:05Z</dcterms:created>
  <dcterms:modified xsi:type="dcterms:W3CDTF">2026-05-01T14:55:17Z</dcterms:modified>
</cp:coreProperties>
</file>